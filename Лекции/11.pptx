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2"/>
  </p:notesMasterIdLst>
  <p:sldIdLst>
    <p:sldId id="256" r:id="rId2"/>
    <p:sldId id="297" r:id="rId3"/>
    <p:sldId id="298" r:id="rId4"/>
    <p:sldId id="294" r:id="rId5"/>
    <p:sldId id="299" r:id="rId6"/>
    <p:sldId id="300" r:id="rId7"/>
    <p:sldId id="295" r:id="rId8"/>
    <p:sldId id="301" r:id="rId9"/>
    <p:sldId id="302" r:id="rId10"/>
    <p:sldId id="303" r:id="rId11"/>
    <p:sldId id="306" r:id="rId12"/>
    <p:sldId id="305" r:id="rId13"/>
    <p:sldId id="304" r:id="rId14"/>
    <p:sldId id="307" r:id="rId15"/>
    <p:sldId id="308" r:id="rId16"/>
    <p:sldId id="309" r:id="rId17"/>
    <p:sldId id="310" r:id="rId18"/>
    <p:sldId id="311" r:id="rId19"/>
    <p:sldId id="293" r:id="rId20"/>
    <p:sldId id="279" r:id="rId21"/>
  </p:sldIdLst>
  <p:sldSz cx="9144000" cy="6858000" type="screen4x3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9A8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Стиль із теми 1 –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Помірний стиль 2 –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Помірний стиль 1 –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ітлий стиль 2 –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7B26C5-4107-4FEC-AEDC-1716B250A1EF}" styleName="Світли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Світлий стиль 1 –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650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960683F-7A03-494A-809C-A46330E6D8A2}" type="doc">
      <dgm:prSet loTypeId="urn:diagrams.loki3.com/BracketList+Icon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F9BE98E0-B4A7-406C-96FB-2356E90C89D4}">
      <dgm:prSet phldrT="[Текст]"/>
      <dgm:spPr/>
      <dgm:t>
        <a:bodyPr/>
        <a:lstStyle/>
        <a:p>
          <a:r>
            <a:rPr lang="uk-UA" dirty="0" smtClean="0"/>
            <a:t>Відображають представлення алгоритму</a:t>
          </a:r>
          <a:endParaRPr lang="uk-UA" dirty="0"/>
        </a:p>
      </dgm:t>
    </dgm:pt>
    <dgm:pt modelId="{A2B07F2B-5689-47DE-B6B6-DA0AFFD70492}" type="parTrans" cxnId="{BAD5E9B5-6645-4A43-B858-BE551B0F91E5}">
      <dgm:prSet/>
      <dgm:spPr/>
      <dgm:t>
        <a:bodyPr/>
        <a:lstStyle/>
        <a:p>
          <a:endParaRPr lang="uk-UA"/>
        </a:p>
      </dgm:t>
    </dgm:pt>
    <dgm:pt modelId="{1A5FDA10-8442-4F0E-8044-ABAB03908B4E}" type="sibTrans" cxnId="{BAD5E9B5-6645-4A43-B858-BE551B0F91E5}">
      <dgm:prSet/>
      <dgm:spPr/>
      <dgm:t>
        <a:bodyPr/>
        <a:lstStyle/>
        <a:p>
          <a:endParaRPr lang="uk-UA"/>
        </a:p>
      </dgm:t>
    </dgm:pt>
    <dgm:pt modelId="{78E19B35-28D3-4227-8FF4-7E1E22BC6B17}">
      <dgm:prSet phldrT="[Текст]"/>
      <dgm:spPr/>
      <dgm:t>
        <a:bodyPr/>
        <a:lstStyle/>
        <a:p>
          <a:r>
            <a:rPr lang="uk-UA" dirty="0" smtClean="0"/>
            <a:t>Проявляються під час виконання алгоритму</a:t>
          </a:r>
          <a:endParaRPr lang="uk-UA" dirty="0"/>
        </a:p>
      </dgm:t>
    </dgm:pt>
    <dgm:pt modelId="{3F5358C7-4C6B-4593-B7E3-1E83059D445E}" type="parTrans" cxnId="{F087A0DD-623A-4022-AD9B-26E439CC6D17}">
      <dgm:prSet/>
      <dgm:spPr/>
      <dgm:t>
        <a:bodyPr/>
        <a:lstStyle/>
        <a:p>
          <a:endParaRPr lang="uk-UA"/>
        </a:p>
      </dgm:t>
    </dgm:pt>
    <dgm:pt modelId="{670CD394-B947-4BBB-B1D0-6A226A323BF8}" type="sibTrans" cxnId="{F087A0DD-623A-4022-AD9B-26E439CC6D17}">
      <dgm:prSet/>
      <dgm:spPr/>
      <dgm:t>
        <a:bodyPr/>
        <a:lstStyle/>
        <a:p>
          <a:endParaRPr lang="uk-UA"/>
        </a:p>
      </dgm:t>
    </dgm:pt>
    <dgm:pt modelId="{389EE2E4-BAC7-4F66-AFEF-05FCAB130F57}">
      <dgm:prSet phldrT="[Текст]"/>
      <dgm:spPr/>
      <dgm:t>
        <a:bodyPr/>
        <a:lstStyle/>
        <a:p>
          <a:r>
            <a:rPr lang="uk-UA" dirty="0" smtClean="0"/>
            <a:t>Часова ефективність</a:t>
          </a:r>
          <a:endParaRPr lang="uk-UA" dirty="0"/>
        </a:p>
      </dgm:t>
    </dgm:pt>
    <dgm:pt modelId="{762537F0-97DF-4CF6-8083-5FA7D70F48EA}" type="parTrans" cxnId="{AA1E69B5-1873-4DB6-B3B7-FF841E9DAB90}">
      <dgm:prSet/>
      <dgm:spPr/>
      <dgm:t>
        <a:bodyPr/>
        <a:lstStyle/>
        <a:p>
          <a:endParaRPr lang="uk-UA"/>
        </a:p>
      </dgm:t>
    </dgm:pt>
    <dgm:pt modelId="{9C63594A-22FA-401D-A5CD-F802E70692FF}" type="sibTrans" cxnId="{AA1E69B5-1873-4DB6-B3B7-FF841E9DAB90}">
      <dgm:prSet/>
      <dgm:spPr/>
      <dgm:t>
        <a:bodyPr/>
        <a:lstStyle/>
        <a:p>
          <a:endParaRPr lang="uk-UA"/>
        </a:p>
      </dgm:t>
    </dgm:pt>
    <dgm:pt modelId="{03B89C2C-BB5C-43D7-8C8C-176B56CB042C}">
      <dgm:prSet phldrT="[Текст]"/>
      <dgm:spPr/>
      <dgm:t>
        <a:bodyPr/>
        <a:lstStyle/>
        <a:p>
          <a:r>
            <a:rPr lang="uk-UA" dirty="0" smtClean="0"/>
            <a:t>Функціональна ефективність</a:t>
          </a:r>
          <a:endParaRPr lang="uk-UA" dirty="0"/>
        </a:p>
      </dgm:t>
    </dgm:pt>
    <dgm:pt modelId="{FDEB9EB3-E609-4637-8857-4DCB09715B62}" type="parTrans" cxnId="{7E61DDEA-7A32-497D-9F37-EE0D81305FD0}">
      <dgm:prSet/>
      <dgm:spPr/>
      <dgm:t>
        <a:bodyPr/>
        <a:lstStyle/>
        <a:p>
          <a:endParaRPr lang="uk-UA"/>
        </a:p>
      </dgm:t>
    </dgm:pt>
    <dgm:pt modelId="{F516FF8F-E1FF-4F3F-84B7-7325E1279A4D}" type="sibTrans" cxnId="{7E61DDEA-7A32-497D-9F37-EE0D81305FD0}">
      <dgm:prSet/>
      <dgm:spPr/>
      <dgm:t>
        <a:bodyPr/>
        <a:lstStyle/>
        <a:p>
          <a:endParaRPr lang="uk-UA"/>
        </a:p>
      </dgm:t>
    </dgm:pt>
    <dgm:pt modelId="{D20C36E2-C3FA-4410-9B05-12496BB195D5}">
      <dgm:prSet phldrT="[Текст]"/>
      <dgm:spPr/>
      <dgm:t>
        <a:bodyPr/>
        <a:lstStyle/>
        <a:p>
          <a:r>
            <a:rPr lang="uk-UA" dirty="0" smtClean="0"/>
            <a:t>Кількість операцій та </a:t>
          </a:r>
          <a:r>
            <a:rPr lang="uk-UA" dirty="0" err="1" smtClean="0"/>
            <a:t>операндів</a:t>
          </a:r>
          <a:endParaRPr lang="uk-UA" dirty="0"/>
        </a:p>
      </dgm:t>
    </dgm:pt>
    <dgm:pt modelId="{A35E85A4-0C58-4C32-8AD5-770B5FE561DE}" type="parTrans" cxnId="{976705BA-F875-42DE-A3EC-EDDDCA1CF89D}">
      <dgm:prSet/>
      <dgm:spPr/>
      <dgm:t>
        <a:bodyPr/>
        <a:lstStyle/>
        <a:p>
          <a:endParaRPr lang="uk-UA"/>
        </a:p>
      </dgm:t>
    </dgm:pt>
    <dgm:pt modelId="{3C39CB86-D5A5-48BC-AFA8-68890BAC1A0A}" type="sibTrans" cxnId="{976705BA-F875-42DE-A3EC-EDDDCA1CF89D}">
      <dgm:prSet/>
      <dgm:spPr/>
      <dgm:t>
        <a:bodyPr/>
        <a:lstStyle/>
        <a:p>
          <a:endParaRPr lang="uk-UA"/>
        </a:p>
      </dgm:t>
    </dgm:pt>
    <dgm:pt modelId="{18372F1C-7684-41CE-BC4B-D730B5522155}">
      <dgm:prSet phldrT="[Текст]"/>
      <dgm:spPr/>
      <dgm:t>
        <a:bodyPr/>
        <a:lstStyle/>
        <a:p>
          <a:r>
            <a:rPr lang="uk-UA" dirty="0" smtClean="0"/>
            <a:t>Кількість унікальних операцій та </a:t>
          </a:r>
          <a:r>
            <a:rPr lang="uk-UA" dirty="0" err="1" smtClean="0"/>
            <a:t>операндів</a:t>
          </a:r>
          <a:endParaRPr lang="uk-UA" dirty="0"/>
        </a:p>
      </dgm:t>
    </dgm:pt>
    <dgm:pt modelId="{290C24C9-E027-4BF0-A6F1-4DFFDE243770}" type="parTrans" cxnId="{94608CE8-053A-49A6-9D1D-E80D1A9BD2CA}">
      <dgm:prSet/>
      <dgm:spPr/>
      <dgm:t>
        <a:bodyPr/>
        <a:lstStyle/>
        <a:p>
          <a:endParaRPr lang="uk-UA"/>
        </a:p>
      </dgm:t>
    </dgm:pt>
    <dgm:pt modelId="{2025F510-92F0-4CC1-ACFB-2F2B031FE8F8}" type="sibTrans" cxnId="{94608CE8-053A-49A6-9D1D-E80D1A9BD2CA}">
      <dgm:prSet/>
      <dgm:spPr/>
      <dgm:t>
        <a:bodyPr/>
        <a:lstStyle/>
        <a:p>
          <a:endParaRPr lang="uk-UA"/>
        </a:p>
      </dgm:t>
    </dgm:pt>
    <dgm:pt modelId="{290E6D5F-C507-43FD-8322-4DDAB8C3E026}">
      <dgm:prSet phldrT="[Текст]"/>
      <dgm:spPr/>
      <dgm:t>
        <a:bodyPr/>
        <a:lstStyle/>
        <a:p>
          <a:r>
            <a:rPr lang="uk-UA" dirty="0" smtClean="0"/>
            <a:t>Обсяг програми</a:t>
          </a:r>
          <a:endParaRPr lang="uk-UA" dirty="0"/>
        </a:p>
      </dgm:t>
    </dgm:pt>
    <dgm:pt modelId="{79B8BB64-3866-4FF7-AC28-0C0BC037D8D9}" type="parTrans" cxnId="{34A39F7A-8725-4CCA-909F-8FF903F23514}">
      <dgm:prSet/>
      <dgm:spPr/>
      <dgm:t>
        <a:bodyPr/>
        <a:lstStyle/>
        <a:p>
          <a:endParaRPr lang="uk-UA"/>
        </a:p>
      </dgm:t>
    </dgm:pt>
    <dgm:pt modelId="{21AF3759-96A9-471F-A05D-6134788FC7BB}" type="sibTrans" cxnId="{34A39F7A-8725-4CCA-909F-8FF903F23514}">
      <dgm:prSet/>
      <dgm:spPr/>
      <dgm:t>
        <a:bodyPr/>
        <a:lstStyle/>
        <a:p>
          <a:endParaRPr lang="uk-UA"/>
        </a:p>
      </dgm:t>
    </dgm:pt>
    <dgm:pt modelId="{321CCAAB-5CBC-4489-95F7-FB1C62FB1B95}">
      <dgm:prSet phldrT="[Текст]"/>
      <dgm:spPr/>
      <dgm:t>
        <a:bodyPr/>
        <a:lstStyle/>
        <a:p>
          <a:r>
            <a:rPr lang="uk-UA" dirty="0" err="1" smtClean="0"/>
            <a:t>Цикломатичне</a:t>
          </a:r>
          <a:r>
            <a:rPr lang="uk-UA" dirty="0" smtClean="0"/>
            <a:t> число </a:t>
          </a:r>
          <a:r>
            <a:rPr lang="uk-UA" dirty="0" err="1" smtClean="0"/>
            <a:t>МакКейба</a:t>
          </a:r>
          <a:endParaRPr lang="uk-UA" dirty="0"/>
        </a:p>
      </dgm:t>
    </dgm:pt>
    <dgm:pt modelId="{245B32E5-B7B9-43AC-9703-ED289C18792B}" type="parTrans" cxnId="{20C1B532-FE11-44A8-9E42-CD989684F127}">
      <dgm:prSet/>
      <dgm:spPr/>
      <dgm:t>
        <a:bodyPr/>
        <a:lstStyle/>
        <a:p>
          <a:endParaRPr lang="uk-UA"/>
        </a:p>
      </dgm:t>
    </dgm:pt>
    <dgm:pt modelId="{E657336A-54B9-4257-9894-D1BD23B224F7}" type="sibTrans" cxnId="{20C1B532-FE11-44A8-9E42-CD989684F127}">
      <dgm:prSet/>
      <dgm:spPr/>
      <dgm:t>
        <a:bodyPr/>
        <a:lstStyle/>
        <a:p>
          <a:endParaRPr lang="uk-UA"/>
        </a:p>
      </dgm:t>
    </dgm:pt>
    <dgm:pt modelId="{1C3818B0-FCEA-42AF-B82A-253CCC74625B}">
      <dgm:prSet phldrT="[Текст]"/>
      <dgm:spPr/>
      <dgm:t>
        <a:bodyPr/>
        <a:lstStyle/>
        <a:p>
          <a:endParaRPr lang="uk-UA" dirty="0"/>
        </a:p>
      </dgm:t>
    </dgm:pt>
    <dgm:pt modelId="{A3F7E964-6DD7-46B0-B23C-BD6B9DF7C871}" type="parTrans" cxnId="{25E2508B-E464-4FB2-983B-D7F7114E0525}">
      <dgm:prSet/>
      <dgm:spPr/>
    </dgm:pt>
    <dgm:pt modelId="{1A4EFCB5-5760-45C0-AB2F-68A96398A916}" type="sibTrans" cxnId="{25E2508B-E464-4FB2-983B-D7F7114E0525}">
      <dgm:prSet/>
      <dgm:spPr/>
    </dgm:pt>
    <dgm:pt modelId="{87F4ADDC-9757-439C-AEC5-A7E05287872B}" type="pres">
      <dgm:prSet presAssocID="{A960683F-7A03-494A-809C-A46330E6D8A2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uk-UA"/>
        </a:p>
      </dgm:t>
    </dgm:pt>
    <dgm:pt modelId="{60A6AEC4-A558-4E07-A221-2F8EAE94CA71}" type="pres">
      <dgm:prSet presAssocID="{F9BE98E0-B4A7-406C-96FB-2356E90C89D4}" presName="linNode" presStyleCnt="0"/>
      <dgm:spPr/>
    </dgm:pt>
    <dgm:pt modelId="{0CCACAD0-2BA7-42AA-84CB-04DA667E03E7}" type="pres">
      <dgm:prSet presAssocID="{F9BE98E0-B4A7-406C-96FB-2356E90C89D4}" presName="parTx" presStyleLbl="revTx" presStyleIdx="0" presStyleCnt="2">
        <dgm:presLayoutVars>
          <dgm:chMax val="1"/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02A9C27D-B75C-42FF-B70C-175136E18CDF}" type="pres">
      <dgm:prSet presAssocID="{F9BE98E0-B4A7-406C-96FB-2356E90C89D4}" presName="bracket" presStyleLbl="parChTrans1D1" presStyleIdx="0" presStyleCnt="2"/>
      <dgm:spPr/>
    </dgm:pt>
    <dgm:pt modelId="{CD21D898-0CB3-4A68-B6BF-E3D8139DE39A}" type="pres">
      <dgm:prSet presAssocID="{F9BE98E0-B4A7-406C-96FB-2356E90C89D4}" presName="spH" presStyleCnt="0"/>
      <dgm:spPr/>
    </dgm:pt>
    <dgm:pt modelId="{769F5EC6-5877-48B1-8692-115477452142}" type="pres">
      <dgm:prSet presAssocID="{F9BE98E0-B4A7-406C-96FB-2356E90C89D4}" presName="desTx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D7E384C2-B68B-403F-B30A-B1AE65A584D9}" type="pres">
      <dgm:prSet presAssocID="{1A5FDA10-8442-4F0E-8044-ABAB03908B4E}" presName="spV" presStyleCnt="0"/>
      <dgm:spPr/>
    </dgm:pt>
    <dgm:pt modelId="{7E818752-A1E1-47E2-A957-DB8A76FAD9BC}" type="pres">
      <dgm:prSet presAssocID="{78E19B35-28D3-4227-8FF4-7E1E22BC6B17}" presName="linNode" presStyleCnt="0"/>
      <dgm:spPr/>
    </dgm:pt>
    <dgm:pt modelId="{E682ADD9-86C8-486C-BBD7-38D23AC4D251}" type="pres">
      <dgm:prSet presAssocID="{78E19B35-28D3-4227-8FF4-7E1E22BC6B17}" presName="parTx" presStyleLbl="revTx" presStyleIdx="1" presStyleCnt="2">
        <dgm:presLayoutVars>
          <dgm:chMax val="1"/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C08DCF76-EE58-4A23-9881-0BC1FB61EB30}" type="pres">
      <dgm:prSet presAssocID="{78E19B35-28D3-4227-8FF4-7E1E22BC6B17}" presName="bracket" presStyleLbl="parChTrans1D1" presStyleIdx="1" presStyleCnt="2"/>
      <dgm:spPr/>
    </dgm:pt>
    <dgm:pt modelId="{91256866-4EC8-4A05-AA8B-316512ACCECE}" type="pres">
      <dgm:prSet presAssocID="{78E19B35-28D3-4227-8FF4-7E1E22BC6B17}" presName="spH" presStyleCnt="0"/>
      <dgm:spPr/>
    </dgm:pt>
    <dgm:pt modelId="{2A9BB7F5-6742-4F3E-91CB-F517BB80C574}" type="pres">
      <dgm:prSet presAssocID="{78E19B35-28D3-4227-8FF4-7E1E22BC6B17}" presName="desTx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uk-UA"/>
        </a:p>
      </dgm:t>
    </dgm:pt>
  </dgm:ptLst>
  <dgm:cxnLst>
    <dgm:cxn modelId="{BAD5E9B5-6645-4A43-B858-BE551B0F91E5}" srcId="{A960683F-7A03-494A-809C-A46330E6D8A2}" destId="{F9BE98E0-B4A7-406C-96FB-2356E90C89D4}" srcOrd="0" destOrd="0" parTransId="{A2B07F2B-5689-47DE-B6B6-DA0AFFD70492}" sibTransId="{1A5FDA10-8442-4F0E-8044-ABAB03908B4E}"/>
    <dgm:cxn modelId="{20C1B532-FE11-44A8-9E42-CD989684F127}" srcId="{F9BE98E0-B4A7-406C-96FB-2356E90C89D4}" destId="{321CCAAB-5CBC-4489-95F7-FB1C62FB1B95}" srcOrd="3" destOrd="0" parTransId="{245B32E5-B7B9-43AC-9703-ED289C18792B}" sibTransId="{E657336A-54B9-4257-9894-D1BD23B224F7}"/>
    <dgm:cxn modelId="{7E61DDEA-7A32-497D-9F37-EE0D81305FD0}" srcId="{78E19B35-28D3-4227-8FF4-7E1E22BC6B17}" destId="{03B89C2C-BB5C-43D7-8C8C-176B56CB042C}" srcOrd="2" destOrd="0" parTransId="{FDEB9EB3-E609-4637-8857-4DCB09715B62}" sibTransId="{F516FF8F-E1FF-4F3F-84B7-7325E1279A4D}"/>
    <dgm:cxn modelId="{976705BA-F875-42DE-A3EC-EDDDCA1CF89D}" srcId="{F9BE98E0-B4A7-406C-96FB-2356E90C89D4}" destId="{D20C36E2-C3FA-4410-9B05-12496BB195D5}" srcOrd="0" destOrd="0" parTransId="{A35E85A4-0C58-4C32-8AD5-770B5FE561DE}" sibTransId="{3C39CB86-D5A5-48BC-AFA8-68890BAC1A0A}"/>
    <dgm:cxn modelId="{AA1E69B5-1873-4DB6-B3B7-FF841E9DAB90}" srcId="{78E19B35-28D3-4227-8FF4-7E1E22BC6B17}" destId="{389EE2E4-BAC7-4F66-AFEF-05FCAB130F57}" srcOrd="1" destOrd="0" parTransId="{762537F0-97DF-4CF6-8083-5FA7D70F48EA}" sibTransId="{9C63594A-22FA-401D-A5CD-F802E70692FF}"/>
    <dgm:cxn modelId="{B8C56431-6D98-42B0-B920-B45E6E2EDAF8}" type="presOf" srcId="{321CCAAB-5CBC-4489-95F7-FB1C62FB1B95}" destId="{769F5EC6-5877-48B1-8692-115477452142}" srcOrd="0" destOrd="3" presId="urn:diagrams.loki3.com/BracketList+Icon"/>
    <dgm:cxn modelId="{34A39F7A-8725-4CCA-909F-8FF903F23514}" srcId="{F9BE98E0-B4A7-406C-96FB-2356E90C89D4}" destId="{290E6D5F-C507-43FD-8322-4DDAB8C3E026}" srcOrd="2" destOrd="0" parTransId="{79B8BB64-3866-4FF7-AC28-0C0BC037D8D9}" sibTransId="{21AF3759-96A9-471F-A05D-6134788FC7BB}"/>
    <dgm:cxn modelId="{7EF450D2-7D31-4A03-B942-30B5817D3BEF}" type="presOf" srcId="{78E19B35-28D3-4227-8FF4-7E1E22BC6B17}" destId="{E682ADD9-86C8-486C-BBD7-38D23AC4D251}" srcOrd="0" destOrd="0" presId="urn:diagrams.loki3.com/BracketList+Icon"/>
    <dgm:cxn modelId="{F087A0DD-623A-4022-AD9B-26E439CC6D17}" srcId="{A960683F-7A03-494A-809C-A46330E6D8A2}" destId="{78E19B35-28D3-4227-8FF4-7E1E22BC6B17}" srcOrd="1" destOrd="0" parTransId="{3F5358C7-4C6B-4593-B7E3-1E83059D445E}" sibTransId="{670CD394-B947-4BBB-B1D0-6A226A323BF8}"/>
    <dgm:cxn modelId="{B7B2A15C-38B5-4330-837F-23257E171BA5}" type="presOf" srcId="{D20C36E2-C3FA-4410-9B05-12496BB195D5}" destId="{769F5EC6-5877-48B1-8692-115477452142}" srcOrd="0" destOrd="0" presId="urn:diagrams.loki3.com/BracketList+Icon"/>
    <dgm:cxn modelId="{AF6262E3-15C9-4841-93C9-AB30B5737496}" type="presOf" srcId="{18372F1C-7684-41CE-BC4B-D730B5522155}" destId="{769F5EC6-5877-48B1-8692-115477452142}" srcOrd="0" destOrd="1" presId="urn:diagrams.loki3.com/BracketList+Icon"/>
    <dgm:cxn modelId="{7929CB4E-1240-40C6-8525-BC03B068C02C}" type="presOf" srcId="{1C3818B0-FCEA-42AF-B82A-253CCC74625B}" destId="{2A9BB7F5-6742-4F3E-91CB-F517BB80C574}" srcOrd="0" destOrd="0" presId="urn:diagrams.loki3.com/BracketList+Icon"/>
    <dgm:cxn modelId="{25E2508B-E464-4FB2-983B-D7F7114E0525}" srcId="{78E19B35-28D3-4227-8FF4-7E1E22BC6B17}" destId="{1C3818B0-FCEA-42AF-B82A-253CCC74625B}" srcOrd="0" destOrd="0" parTransId="{A3F7E964-6DD7-46B0-B23C-BD6B9DF7C871}" sibTransId="{1A4EFCB5-5760-45C0-AB2F-68A96398A916}"/>
    <dgm:cxn modelId="{AEE09F1C-F523-415D-A2B4-B394034D8840}" type="presOf" srcId="{290E6D5F-C507-43FD-8322-4DDAB8C3E026}" destId="{769F5EC6-5877-48B1-8692-115477452142}" srcOrd="0" destOrd="2" presId="urn:diagrams.loki3.com/BracketList+Icon"/>
    <dgm:cxn modelId="{D149F5B1-A916-4380-ADA0-B8B32A589720}" type="presOf" srcId="{389EE2E4-BAC7-4F66-AFEF-05FCAB130F57}" destId="{2A9BB7F5-6742-4F3E-91CB-F517BB80C574}" srcOrd="0" destOrd="1" presId="urn:diagrams.loki3.com/BracketList+Icon"/>
    <dgm:cxn modelId="{94608CE8-053A-49A6-9D1D-E80D1A9BD2CA}" srcId="{F9BE98E0-B4A7-406C-96FB-2356E90C89D4}" destId="{18372F1C-7684-41CE-BC4B-D730B5522155}" srcOrd="1" destOrd="0" parTransId="{290C24C9-E027-4BF0-A6F1-4DFFDE243770}" sibTransId="{2025F510-92F0-4CC1-ACFB-2F2B031FE8F8}"/>
    <dgm:cxn modelId="{BE15243C-6CCF-4351-A337-F9E3C9EBB412}" type="presOf" srcId="{A960683F-7A03-494A-809C-A46330E6D8A2}" destId="{87F4ADDC-9757-439C-AEC5-A7E05287872B}" srcOrd="0" destOrd="0" presId="urn:diagrams.loki3.com/BracketList+Icon"/>
    <dgm:cxn modelId="{EE85DF0A-377C-4EFC-AA73-DC3427175712}" type="presOf" srcId="{03B89C2C-BB5C-43D7-8C8C-176B56CB042C}" destId="{2A9BB7F5-6742-4F3E-91CB-F517BB80C574}" srcOrd="0" destOrd="2" presId="urn:diagrams.loki3.com/BracketList+Icon"/>
    <dgm:cxn modelId="{B8FBA0EA-1932-4F67-9334-5FBEAE39F3A5}" type="presOf" srcId="{F9BE98E0-B4A7-406C-96FB-2356E90C89D4}" destId="{0CCACAD0-2BA7-42AA-84CB-04DA667E03E7}" srcOrd="0" destOrd="0" presId="urn:diagrams.loki3.com/BracketList+Icon"/>
    <dgm:cxn modelId="{446055AA-6A7D-42FE-BAE4-164F730F927B}" type="presParOf" srcId="{87F4ADDC-9757-439C-AEC5-A7E05287872B}" destId="{60A6AEC4-A558-4E07-A221-2F8EAE94CA71}" srcOrd="0" destOrd="0" presId="urn:diagrams.loki3.com/BracketList+Icon"/>
    <dgm:cxn modelId="{8B7C28E3-18FA-48A8-A8AA-E7AD27A650FC}" type="presParOf" srcId="{60A6AEC4-A558-4E07-A221-2F8EAE94CA71}" destId="{0CCACAD0-2BA7-42AA-84CB-04DA667E03E7}" srcOrd="0" destOrd="0" presId="urn:diagrams.loki3.com/BracketList+Icon"/>
    <dgm:cxn modelId="{F8A99C70-846C-486B-A918-806D8332EA31}" type="presParOf" srcId="{60A6AEC4-A558-4E07-A221-2F8EAE94CA71}" destId="{02A9C27D-B75C-42FF-B70C-175136E18CDF}" srcOrd="1" destOrd="0" presId="urn:diagrams.loki3.com/BracketList+Icon"/>
    <dgm:cxn modelId="{6DFD37B0-3899-4B63-BC2B-ED6D0C03DD8C}" type="presParOf" srcId="{60A6AEC4-A558-4E07-A221-2F8EAE94CA71}" destId="{CD21D898-0CB3-4A68-B6BF-E3D8139DE39A}" srcOrd="2" destOrd="0" presId="urn:diagrams.loki3.com/BracketList+Icon"/>
    <dgm:cxn modelId="{09B8B4BF-B306-4415-9B2B-8430DAB3990C}" type="presParOf" srcId="{60A6AEC4-A558-4E07-A221-2F8EAE94CA71}" destId="{769F5EC6-5877-48B1-8692-115477452142}" srcOrd="3" destOrd="0" presId="urn:diagrams.loki3.com/BracketList+Icon"/>
    <dgm:cxn modelId="{F3C5FEF6-E8AA-4097-8A52-4E5E1A8FB0CF}" type="presParOf" srcId="{87F4ADDC-9757-439C-AEC5-A7E05287872B}" destId="{D7E384C2-B68B-403F-B30A-B1AE65A584D9}" srcOrd="1" destOrd="0" presId="urn:diagrams.loki3.com/BracketList+Icon"/>
    <dgm:cxn modelId="{6066701A-8CD0-4240-B405-D8CA01D20A9C}" type="presParOf" srcId="{87F4ADDC-9757-439C-AEC5-A7E05287872B}" destId="{7E818752-A1E1-47E2-A957-DB8A76FAD9BC}" srcOrd="2" destOrd="0" presId="urn:diagrams.loki3.com/BracketList+Icon"/>
    <dgm:cxn modelId="{CFCC89CF-0DB6-409E-9C07-3C615DD3392A}" type="presParOf" srcId="{7E818752-A1E1-47E2-A957-DB8A76FAD9BC}" destId="{E682ADD9-86C8-486C-BBD7-38D23AC4D251}" srcOrd="0" destOrd="0" presId="urn:diagrams.loki3.com/BracketList+Icon"/>
    <dgm:cxn modelId="{45EF316C-F32E-4706-8F39-04DBC4ED0AEE}" type="presParOf" srcId="{7E818752-A1E1-47E2-A957-DB8A76FAD9BC}" destId="{C08DCF76-EE58-4A23-9881-0BC1FB61EB30}" srcOrd="1" destOrd="0" presId="urn:diagrams.loki3.com/BracketList+Icon"/>
    <dgm:cxn modelId="{8A210694-7998-4E84-BA46-4DE8D6C6CA11}" type="presParOf" srcId="{7E818752-A1E1-47E2-A957-DB8A76FAD9BC}" destId="{91256866-4EC8-4A05-AA8B-316512ACCECE}" srcOrd="2" destOrd="0" presId="urn:diagrams.loki3.com/BracketList+Icon"/>
    <dgm:cxn modelId="{D65E38DC-8E02-4462-AF82-5FDFD247F777}" type="presParOf" srcId="{7E818752-A1E1-47E2-A957-DB8A76FAD9BC}" destId="{2A9BB7F5-6742-4F3E-91CB-F517BB80C574}" srcOrd="3" destOrd="0" presId="urn:diagrams.loki3.com/BracketList+Icon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523F90B-D10E-49E5-A9E8-BF4B1F91F4A6}" type="doc">
      <dgm:prSet loTypeId="urn:microsoft.com/office/officeart/2009/layout/ReverseList" loCatId="relationship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5BADDAB9-4B0E-4694-9F9C-15A954D1AAA0}">
      <dgm:prSet phldrT="[Текст]"/>
      <dgm:spPr/>
      <dgm:t>
        <a:bodyPr/>
        <a:lstStyle/>
        <a:p>
          <a:r>
            <a:rPr lang="uk-UA" dirty="0" smtClean="0"/>
            <a:t>Обчислювальна складність</a:t>
          </a:r>
          <a:endParaRPr lang="uk-UA" dirty="0"/>
        </a:p>
      </dgm:t>
    </dgm:pt>
    <dgm:pt modelId="{FFF63E03-067A-4B73-9533-517125EF85BB}" type="parTrans" cxnId="{8C7F3D0F-CEA1-4506-A261-C0D0C08D0541}">
      <dgm:prSet/>
      <dgm:spPr/>
      <dgm:t>
        <a:bodyPr/>
        <a:lstStyle/>
        <a:p>
          <a:endParaRPr lang="uk-UA"/>
        </a:p>
      </dgm:t>
    </dgm:pt>
    <dgm:pt modelId="{8285FC02-A2E3-4A39-AE3C-C5BADA152216}" type="sibTrans" cxnId="{8C7F3D0F-CEA1-4506-A261-C0D0C08D0541}">
      <dgm:prSet/>
      <dgm:spPr/>
      <dgm:t>
        <a:bodyPr/>
        <a:lstStyle/>
        <a:p>
          <a:endParaRPr lang="uk-UA"/>
        </a:p>
      </dgm:t>
    </dgm:pt>
    <dgm:pt modelId="{5301E064-7E5E-4AF4-839F-6A39ECC74180}">
      <dgm:prSet phldrT="[Текст]"/>
      <dgm:spPr/>
      <dgm:t>
        <a:bodyPr/>
        <a:lstStyle/>
        <a:p>
          <a:r>
            <a:rPr lang="uk-UA" noProof="0" dirty="0" smtClean="0"/>
            <a:t>суттєво впливає на часову ефективність</a:t>
          </a:r>
          <a:endParaRPr lang="uk-UA" noProof="0" dirty="0"/>
        </a:p>
      </dgm:t>
    </dgm:pt>
    <dgm:pt modelId="{B9C40F86-5F85-4E7E-B2C0-23C4E59774E2}" type="parTrans" cxnId="{1DFFAC47-ACBF-4327-B95C-A411FD71A79E}">
      <dgm:prSet/>
      <dgm:spPr/>
      <dgm:t>
        <a:bodyPr/>
        <a:lstStyle/>
        <a:p>
          <a:endParaRPr lang="uk-UA"/>
        </a:p>
      </dgm:t>
    </dgm:pt>
    <dgm:pt modelId="{A5FEE973-A6EC-491C-A8A0-9C533C75A539}" type="sibTrans" cxnId="{1DFFAC47-ACBF-4327-B95C-A411FD71A79E}">
      <dgm:prSet/>
      <dgm:spPr/>
      <dgm:t>
        <a:bodyPr/>
        <a:lstStyle/>
        <a:p>
          <a:endParaRPr lang="uk-UA"/>
        </a:p>
      </dgm:t>
    </dgm:pt>
    <dgm:pt modelId="{D4251209-8301-4262-A7BD-9307ED277D7C}">
      <dgm:prSet phldrT="[Текст]"/>
      <dgm:spPr/>
      <dgm:t>
        <a:bodyPr/>
        <a:lstStyle/>
        <a:p>
          <a:r>
            <a:rPr lang="uk-UA" dirty="0" smtClean="0"/>
            <a:t>Часова ефективність</a:t>
          </a:r>
          <a:endParaRPr lang="uk-UA" dirty="0"/>
        </a:p>
      </dgm:t>
    </dgm:pt>
    <dgm:pt modelId="{5CC77C3C-F628-4235-9494-DE92E38D7832}" type="parTrans" cxnId="{2D8DA939-8997-42D0-87EB-8A0CDD35A7A9}">
      <dgm:prSet/>
      <dgm:spPr/>
      <dgm:t>
        <a:bodyPr/>
        <a:lstStyle/>
        <a:p>
          <a:endParaRPr lang="uk-UA"/>
        </a:p>
      </dgm:t>
    </dgm:pt>
    <dgm:pt modelId="{0D558C79-5D83-45C7-947A-FE9E5175F95F}" type="sibTrans" cxnId="{2D8DA939-8997-42D0-87EB-8A0CDD35A7A9}">
      <dgm:prSet/>
      <dgm:spPr/>
      <dgm:t>
        <a:bodyPr/>
        <a:lstStyle/>
        <a:p>
          <a:endParaRPr lang="uk-UA"/>
        </a:p>
      </dgm:t>
    </dgm:pt>
    <dgm:pt modelId="{6B24CA86-D24E-4174-B3A8-3EFDE8F40FF8}">
      <dgm:prSet phldrT="[Текст]"/>
      <dgm:spPr/>
      <dgm:t>
        <a:bodyPr/>
        <a:lstStyle/>
        <a:p>
          <a:r>
            <a:rPr lang="uk-UA" dirty="0" smtClean="0"/>
            <a:t>Її практичне значення в пріоритеті</a:t>
          </a:r>
          <a:endParaRPr lang="uk-UA" dirty="0"/>
        </a:p>
      </dgm:t>
    </dgm:pt>
    <dgm:pt modelId="{0E2B60E7-AC7B-4053-BF85-2F0C9FE2F5A5}" type="parTrans" cxnId="{ECADB85A-635C-47BE-B2BF-CD694D1DD1A5}">
      <dgm:prSet/>
      <dgm:spPr/>
      <dgm:t>
        <a:bodyPr/>
        <a:lstStyle/>
        <a:p>
          <a:endParaRPr lang="uk-UA"/>
        </a:p>
      </dgm:t>
    </dgm:pt>
    <dgm:pt modelId="{B28485BE-4F99-4610-8E46-1EF3FA3923D3}" type="sibTrans" cxnId="{ECADB85A-635C-47BE-B2BF-CD694D1DD1A5}">
      <dgm:prSet/>
      <dgm:spPr/>
      <dgm:t>
        <a:bodyPr/>
        <a:lstStyle/>
        <a:p>
          <a:endParaRPr lang="uk-UA"/>
        </a:p>
      </dgm:t>
    </dgm:pt>
    <dgm:pt modelId="{336CCEF7-E2F0-4B6D-BC55-41799461374C}" type="pres">
      <dgm:prSet presAssocID="{5523F90B-D10E-49E5-A9E8-BF4B1F91F4A6}" presName="Name0" presStyleCnt="0">
        <dgm:presLayoutVars>
          <dgm:chMax val="2"/>
          <dgm:chPref val="2"/>
          <dgm:animLvl val="lvl"/>
        </dgm:presLayoutVars>
      </dgm:prSet>
      <dgm:spPr/>
      <dgm:t>
        <a:bodyPr/>
        <a:lstStyle/>
        <a:p>
          <a:endParaRPr lang="uk-UA"/>
        </a:p>
      </dgm:t>
    </dgm:pt>
    <dgm:pt modelId="{93C55DB2-A343-451F-99DF-60039F69A7D3}" type="pres">
      <dgm:prSet presAssocID="{5523F90B-D10E-49E5-A9E8-BF4B1F91F4A6}" presName="LeftText" presStyleLbl="revTx" presStyleIdx="0" presStyleCnt="0">
        <dgm:presLayoutVars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3AFA9937-D43F-4398-9BBD-FC2692B23F49}" type="pres">
      <dgm:prSet presAssocID="{5523F90B-D10E-49E5-A9E8-BF4B1F91F4A6}" presName="LeftNode" presStyleLbl="bgImgPlace1" presStyleIdx="0" presStyleCnt="2">
        <dgm:presLayoutVars>
          <dgm:chMax val="2"/>
          <dgm:chPref val="2"/>
        </dgm:presLayoutVars>
      </dgm:prSet>
      <dgm:spPr/>
      <dgm:t>
        <a:bodyPr/>
        <a:lstStyle/>
        <a:p>
          <a:endParaRPr lang="uk-UA"/>
        </a:p>
      </dgm:t>
    </dgm:pt>
    <dgm:pt modelId="{BE2C45A0-8909-4542-861D-AB2BE2AC9F71}" type="pres">
      <dgm:prSet presAssocID="{5523F90B-D10E-49E5-A9E8-BF4B1F91F4A6}" presName="RightText" presStyleLbl="revTx" presStyleIdx="0" presStyleCnt="0">
        <dgm:presLayoutVars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78197C31-0DC4-4E92-9B0B-04979151C1A6}" type="pres">
      <dgm:prSet presAssocID="{5523F90B-D10E-49E5-A9E8-BF4B1F91F4A6}" presName="RightNode" presStyleLbl="bgImgPlace1" presStyleIdx="1" presStyleCnt="2">
        <dgm:presLayoutVars>
          <dgm:chMax val="0"/>
          <dgm:chPref val="0"/>
        </dgm:presLayoutVars>
      </dgm:prSet>
      <dgm:spPr/>
      <dgm:t>
        <a:bodyPr/>
        <a:lstStyle/>
        <a:p>
          <a:endParaRPr lang="uk-UA"/>
        </a:p>
      </dgm:t>
    </dgm:pt>
    <dgm:pt modelId="{F7609C73-BCB8-421B-BE7C-29D5EAEF598D}" type="pres">
      <dgm:prSet presAssocID="{5523F90B-D10E-49E5-A9E8-BF4B1F91F4A6}" presName="TopArrow" presStyleLbl="node1" presStyleIdx="0" presStyleCnt="2"/>
      <dgm:spPr/>
    </dgm:pt>
    <dgm:pt modelId="{AA4EFC01-0507-4479-BA2A-BC16C42CACD8}" type="pres">
      <dgm:prSet presAssocID="{5523F90B-D10E-49E5-A9E8-BF4B1F91F4A6}" presName="BottomArrow" presStyleLbl="node1" presStyleIdx="1" presStyleCnt="2"/>
      <dgm:spPr/>
    </dgm:pt>
  </dgm:ptLst>
  <dgm:cxnLst>
    <dgm:cxn modelId="{1702DDBE-9AEB-4247-BE7F-6D8B3549DAD2}" type="presOf" srcId="{D4251209-8301-4262-A7BD-9307ED277D7C}" destId="{BE2C45A0-8909-4542-861D-AB2BE2AC9F71}" srcOrd="0" destOrd="0" presId="urn:microsoft.com/office/officeart/2009/layout/ReverseList"/>
    <dgm:cxn modelId="{482ADB78-255A-4CA9-A9B5-29B4F54F6BBB}" type="presOf" srcId="{5301E064-7E5E-4AF4-839F-6A39ECC74180}" destId="{93C55DB2-A343-451F-99DF-60039F69A7D3}" srcOrd="0" destOrd="1" presId="urn:microsoft.com/office/officeart/2009/layout/ReverseList"/>
    <dgm:cxn modelId="{2D8DA939-8997-42D0-87EB-8A0CDD35A7A9}" srcId="{5523F90B-D10E-49E5-A9E8-BF4B1F91F4A6}" destId="{D4251209-8301-4262-A7BD-9307ED277D7C}" srcOrd="1" destOrd="0" parTransId="{5CC77C3C-F628-4235-9494-DE92E38D7832}" sibTransId="{0D558C79-5D83-45C7-947A-FE9E5175F95F}"/>
    <dgm:cxn modelId="{E258E678-BA10-4FBC-B9FF-E0D8CF2F7008}" type="presOf" srcId="{6B24CA86-D24E-4174-B3A8-3EFDE8F40FF8}" destId="{BE2C45A0-8909-4542-861D-AB2BE2AC9F71}" srcOrd="0" destOrd="1" presId="urn:microsoft.com/office/officeart/2009/layout/ReverseList"/>
    <dgm:cxn modelId="{8C7F3D0F-CEA1-4506-A261-C0D0C08D0541}" srcId="{5523F90B-D10E-49E5-A9E8-BF4B1F91F4A6}" destId="{5BADDAB9-4B0E-4694-9F9C-15A954D1AAA0}" srcOrd="0" destOrd="0" parTransId="{FFF63E03-067A-4B73-9533-517125EF85BB}" sibTransId="{8285FC02-A2E3-4A39-AE3C-C5BADA152216}"/>
    <dgm:cxn modelId="{F4FC186B-A2D8-472F-882F-4CEFC0BAA773}" type="presOf" srcId="{6B24CA86-D24E-4174-B3A8-3EFDE8F40FF8}" destId="{78197C31-0DC4-4E92-9B0B-04979151C1A6}" srcOrd="1" destOrd="1" presId="urn:microsoft.com/office/officeart/2009/layout/ReverseList"/>
    <dgm:cxn modelId="{FF0B24EE-4F1D-4DA5-ADEF-039F2C1C2B42}" type="presOf" srcId="{5BADDAB9-4B0E-4694-9F9C-15A954D1AAA0}" destId="{93C55DB2-A343-451F-99DF-60039F69A7D3}" srcOrd="0" destOrd="0" presId="urn:microsoft.com/office/officeart/2009/layout/ReverseList"/>
    <dgm:cxn modelId="{D7096AF7-FE67-47CF-B112-CAEDE8BF3BAE}" type="presOf" srcId="{5301E064-7E5E-4AF4-839F-6A39ECC74180}" destId="{3AFA9937-D43F-4398-9BBD-FC2692B23F49}" srcOrd="1" destOrd="1" presId="urn:microsoft.com/office/officeart/2009/layout/ReverseList"/>
    <dgm:cxn modelId="{6159DEA3-527A-453C-8FD7-4AA2A5B022A8}" type="presOf" srcId="{5BADDAB9-4B0E-4694-9F9C-15A954D1AAA0}" destId="{3AFA9937-D43F-4398-9BBD-FC2692B23F49}" srcOrd="1" destOrd="0" presId="urn:microsoft.com/office/officeart/2009/layout/ReverseList"/>
    <dgm:cxn modelId="{ECADB85A-635C-47BE-B2BF-CD694D1DD1A5}" srcId="{D4251209-8301-4262-A7BD-9307ED277D7C}" destId="{6B24CA86-D24E-4174-B3A8-3EFDE8F40FF8}" srcOrd="0" destOrd="0" parTransId="{0E2B60E7-AC7B-4053-BF85-2F0C9FE2F5A5}" sibTransId="{B28485BE-4F99-4610-8E46-1EF3FA3923D3}"/>
    <dgm:cxn modelId="{414691B7-8936-4F58-B96C-87525D3DF203}" type="presOf" srcId="{5523F90B-D10E-49E5-A9E8-BF4B1F91F4A6}" destId="{336CCEF7-E2F0-4B6D-BC55-41799461374C}" srcOrd="0" destOrd="0" presId="urn:microsoft.com/office/officeart/2009/layout/ReverseList"/>
    <dgm:cxn modelId="{1DFFAC47-ACBF-4327-B95C-A411FD71A79E}" srcId="{5BADDAB9-4B0E-4694-9F9C-15A954D1AAA0}" destId="{5301E064-7E5E-4AF4-839F-6A39ECC74180}" srcOrd="0" destOrd="0" parTransId="{B9C40F86-5F85-4E7E-B2C0-23C4E59774E2}" sibTransId="{A5FEE973-A6EC-491C-A8A0-9C533C75A539}"/>
    <dgm:cxn modelId="{904521FD-2619-4754-9200-3322B29394E3}" type="presOf" srcId="{D4251209-8301-4262-A7BD-9307ED277D7C}" destId="{78197C31-0DC4-4E92-9B0B-04979151C1A6}" srcOrd="1" destOrd="0" presId="urn:microsoft.com/office/officeart/2009/layout/ReverseList"/>
    <dgm:cxn modelId="{3F51F9CB-284E-41F4-A188-41CDDE427223}" type="presParOf" srcId="{336CCEF7-E2F0-4B6D-BC55-41799461374C}" destId="{93C55DB2-A343-451F-99DF-60039F69A7D3}" srcOrd="0" destOrd="0" presId="urn:microsoft.com/office/officeart/2009/layout/ReverseList"/>
    <dgm:cxn modelId="{818B98EE-FB4F-4A83-A5E0-6DB147538836}" type="presParOf" srcId="{336CCEF7-E2F0-4B6D-BC55-41799461374C}" destId="{3AFA9937-D43F-4398-9BBD-FC2692B23F49}" srcOrd="1" destOrd="0" presId="urn:microsoft.com/office/officeart/2009/layout/ReverseList"/>
    <dgm:cxn modelId="{CF9635B7-63C9-483D-8AA0-4DC6A78EB92C}" type="presParOf" srcId="{336CCEF7-E2F0-4B6D-BC55-41799461374C}" destId="{BE2C45A0-8909-4542-861D-AB2BE2AC9F71}" srcOrd="2" destOrd="0" presId="urn:microsoft.com/office/officeart/2009/layout/ReverseList"/>
    <dgm:cxn modelId="{AA4BB62B-8D5F-44C0-8BC8-A7B86C2E6B10}" type="presParOf" srcId="{336CCEF7-E2F0-4B6D-BC55-41799461374C}" destId="{78197C31-0DC4-4E92-9B0B-04979151C1A6}" srcOrd="3" destOrd="0" presId="urn:microsoft.com/office/officeart/2009/layout/ReverseList"/>
    <dgm:cxn modelId="{910AFFFB-8714-43A0-A854-9938320A342F}" type="presParOf" srcId="{336CCEF7-E2F0-4B6D-BC55-41799461374C}" destId="{F7609C73-BCB8-421B-BE7C-29D5EAEF598D}" srcOrd="4" destOrd="0" presId="urn:microsoft.com/office/officeart/2009/layout/ReverseList"/>
    <dgm:cxn modelId="{350775A0-EB38-4C81-A4EE-0228A2394FC7}" type="presParOf" srcId="{336CCEF7-E2F0-4B6D-BC55-41799461374C}" destId="{AA4EFC01-0507-4479-BA2A-BC16C42CACD8}" srcOrd="5" destOrd="0" presId="urn:microsoft.com/office/officeart/2009/layout/Revers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6F8736E-4BD7-450A-ADD6-098567F0B704}" type="doc">
      <dgm:prSet loTypeId="urn:microsoft.com/office/officeart/2005/8/layout/default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0EF95E2E-A147-446A-8883-14DDC45630BE}">
      <dgm:prSet phldrT="[Текст]"/>
      <dgm:spPr/>
      <dgm:t>
        <a:bodyPr/>
        <a:lstStyle/>
        <a:p>
          <a:r>
            <a:rPr lang="uk-UA" noProof="0" dirty="0" smtClean="0"/>
            <a:t>Вибір найбільш ефективного алгоритму з-поміж альтернативних при розробці ПЗ</a:t>
          </a:r>
          <a:endParaRPr lang="uk-UA" noProof="0" dirty="0"/>
        </a:p>
      </dgm:t>
    </dgm:pt>
    <dgm:pt modelId="{BC712E3C-570B-4FE5-8EA0-004A59DDCA80}" type="parTrans" cxnId="{F512AD58-07CD-459E-8392-41C4F61FAB6D}">
      <dgm:prSet/>
      <dgm:spPr/>
      <dgm:t>
        <a:bodyPr/>
        <a:lstStyle/>
        <a:p>
          <a:endParaRPr lang="uk-UA"/>
        </a:p>
      </dgm:t>
    </dgm:pt>
    <dgm:pt modelId="{DE11F6E4-BC78-4E13-950B-693A0547E79D}" type="sibTrans" cxnId="{F512AD58-07CD-459E-8392-41C4F61FAB6D}">
      <dgm:prSet/>
      <dgm:spPr/>
      <dgm:t>
        <a:bodyPr/>
        <a:lstStyle/>
        <a:p>
          <a:endParaRPr lang="uk-UA"/>
        </a:p>
      </dgm:t>
    </dgm:pt>
    <dgm:pt modelId="{C5031E27-C050-408A-ABDF-DA5133B914AF}">
      <dgm:prSet phldrT="[Текст]"/>
      <dgm:spPr/>
      <dgm:t>
        <a:bodyPr/>
        <a:lstStyle/>
        <a:p>
          <a:r>
            <a:rPr lang="uk-UA" noProof="0" dirty="0" smtClean="0"/>
            <a:t>Розробка нових алгоритмів та визначення їх ефективності для визнання придатності до застосування</a:t>
          </a:r>
          <a:endParaRPr lang="uk-UA" noProof="0" dirty="0"/>
        </a:p>
      </dgm:t>
    </dgm:pt>
    <dgm:pt modelId="{568E5900-6687-4E0C-89DB-3E436C053B03}" type="parTrans" cxnId="{6010192C-764E-45BE-84D3-025303542038}">
      <dgm:prSet/>
      <dgm:spPr/>
      <dgm:t>
        <a:bodyPr/>
        <a:lstStyle/>
        <a:p>
          <a:endParaRPr lang="uk-UA"/>
        </a:p>
      </dgm:t>
    </dgm:pt>
    <dgm:pt modelId="{DF88D6CC-607D-4B48-9834-00C4BEDA9AD9}" type="sibTrans" cxnId="{6010192C-764E-45BE-84D3-025303542038}">
      <dgm:prSet/>
      <dgm:spPr/>
      <dgm:t>
        <a:bodyPr/>
        <a:lstStyle/>
        <a:p>
          <a:endParaRPr lang="uk-UA"/>
        </a:p>
      </dgm:t>
    </dgm:pt>
    <dgm:pt modelId="{EF1A406A-5DAE-46AB-BEF1-80F86E7BD664}" type="pres">
      <dgm:prSet presAssocID="{A6F8736E-4BD7-450A-ADD6-098567F0B704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uk-UA"/>
        </a:p>
      </dgm:t>
    </dgm:pt>
    <dgm:pt modelId="{41888BA5-1999-46CC-B14D-1D2BF242A3C9}" type="pres">
      <dgm:prSet presAssocID="{0EF95E2E-A147-446A-8883-14DDC45630BE}" presName="node" presStyleLbl="node1" presStyleIdx="0" presStyleCnt="2">
        <dgm:presLayoutVars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5163D13D-83BC-4A67-8E15-A85C862D57E0}" type="pres">
      <dgm:prSet presAssocID="{DE11F6E4-BC78-4E13-950B-693A0547E79D}" presName="sibTrans" presStyleCnt="0"/>
      <dgm:spPr/>
    </dgm:pt>
    <dgm:pt modelId="{B553F1A3-2E97-4A02-AD07-A6DEEC28B16F}" type="pres">
      <dgm:prSet presAssocID="{C5031E27-C050-408A-ABDF-DA5133B914AF}" presName="node" presStyleLbl="node1" presStyleIdx="1" presStyleCnt="2">
        <dgm:presLayoutVars>
          <dgm:bulletEnabled val="1"/>
        </dgm:presLayoutVars>
      </dgm:prSet>
      <dgm:spPr/>
      <dgm:t>
        <a:bodyPr/>
        <a:lstStyle/>
        <a:p>
          <a:endParaRPr lang="uk-UA"/>
        </a:p>
      </dgm:t>
    </dgm:pt>
  </dgm:ptLst>
  <dgm:cxnLst>
    <dgm:cxn modelId="{5130C897-1F49-4D69-9240-51C3D2398C02}" type="presOf" srcId="{A6F8736E-4BD7-450A-ADD6-098567F0B704}" destId="{EF1A406A-5DAE-46AB-BEF1-80F86E7BD664}" srcOrd="0" destOrd="0" presId="urn:microsoft.com/office/officeart/2005/8/layout/default"/>
    <dgm:cxn modelId="{691876E0-F9DE-4DCD-BEB0-04DBC41EFE9A}" type="presOf" srcId="{0EF95E2E-A147-446A-8883-14DDC45630BE}" destId="{41888BA5-1999-46CC-B14D-1D2BF242A3C9}" srcOrd="0" destOrd="0" presId="urn:microsoft.com/office/officeart/2005/8/layout/default"/>
    <dgm:cxn modelId="{09832582-9327-42EF-B17C-1BD5A681C2FB}" type="presOf" srcId="{C5031E27-C050-408A-ABDF-DA5133B914AF}" destId="{B553F1A3-2E97-4A02-AD07-A6DEEC28B16F}" srcOrd="0" destOrd="0" presId="urn:microsoft.com/office/officeart/2005/8/layout/default"/>
    <dgm:cxn modelId="{F512AD58-07CD-459E-8392-41C4F61FAB6D}" srcId="{A6F8736E-4BD7-450A-ADD6-098567F0B704}" destId="{0EF95E2E-A147-446A-8883-14DDC45630BE}" srcOrd="0" destOrd="0" parTransId="{BC712E3C-570B-4FE5-8EA0-004A59DDCA80}" sibTransId="{DE11F6E4-BC78-4E13-950B-693A0547E79D}"/>
    <dgm:cxn modelId="{6010192C-764E-45BE-84D3-025303542038}" srcId="{A6F8736E-4BD7-450A-ADD6-098567F0B704}" destId="{C5031E27-C050-408A-ABDF-DA5133B914AF}" srcOrd="1" destOrd="0" parTransId="{568E5900-6687-4E0C-89DB-3E436C053B03}" sibTransId="{DF88D6CC-607D-4B48-9834-00C4BEDA9AD9}"/>
    <dgm:cxn modelId="{A6E69594-1C89-47F5-9DE1-05E5EB9AF792}" type="presParOf" srcId="{EF1A406A-5DAE-46AB-BEF1-80F86E7BD664}" destId="{41888BA5-1999-46CC-B14D-1D2BF242A3C9}" srcOrd="0" destOrd="0" presId="urn:microsoft.com/office/officeart/2005/8/layout/default"/>
    <dgm:cxn modelId="{B31213F8-6EE2-44BD-8BB8-91A2898F18C3}" type="presParOf" srcId="{EF1A406A-5DAE-46AB-BEF1-80F86E7BD664}" destId="{5163D13D-83BC-4A67-8E15-A85C862D57E0}" srcOrd="1" destOrd="0" presId="urn:microsoft.com/office/officeart/2005/8/layout/default"/>
    <dgm:cxn modelId="{D8D6724C-6886-4E13-A6BD-993A668FF684}" type="presParOf" srcId="{EF1A406A-5DAE-46AB-BEF1-80F86E7BD664}" destId="{B553F1A3-2E97-4A02-AD07-A6DEEC28B16F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E988217-60C8-4B82-AC8B-959EF7DBA450}" type="doc">
      <dgm:prSet loTypeId="urn:microsoft.com/office/officeart/2008/layout/VerticalCurvedList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762BE17E-6001-4C0C-8CE4-FEAE52FFFAE4}">
      <dgm:prSet phldrT="[Текст]"/>
      <dgm:spPr/>
      <dgm:t>
        <a:bodyPr/>
        <a:lstStyle/>
        <a:p>
          <a:r>
            <a:rPr lang="uk-UA" dirty="0" smtClean="0"/>
            <a:t>гірший</a:t>
          </a:r>
          <a:endParaRPr lang="uk-UA" dirty="0"/>
        </a:p>
      </dgm:t>
    </dgm:pt>
    <dgm:pt modelId="{5F1ADAAA-EAC8-4B95-8AB0-1B2E77C2C063}" type="parTrans" cxnId="{C49C1C2C-0CEC-4CDD-9B82-364911E172E4}">
      <dgm:prSet/>
      <dgm:spPr/>
      <dgm:t>
        <a:bodyPr/>
        <a:lstStyle/>
        <a:p>
          <a:endParaRPr lang="uk-UA"/>
        </a:p>
      </dgm:t>
    </dgm:pt>
    <dgm:pt modelId="{4F83BCAB-C5D7-4C8C-B222-B65C49599E60}" type="sibTrans" cxnId="{C49C1C2C-0CEC-4CDD-9B82-364911E172E4}">
      <dgm:prSet/>
      <dgm:spPr/>
      <dgm:t>
        <a:bodyPr/>
        <a:lstStyle/>
        <a:p>
          <a:endParaRPr lang="uk-UA"/>
        </a:p>
      </dgm:t>
    </dgm:pt>
    <dgm:pt modelId="{744B6C8D-47E5-4F8D-A89D-312A50892325}">
      <dgm:prSet phldrT="[Текст]"/>
      <dgm:spPr/>
      <dgm:t>
        <a:bodyPr/>
        <a:lstStyle/>
        <a:p>
          <a:r>
            <a:rPr lang="uk-UA" dirty="0" smtClean="0"/>
            <a:t>додавання в масив з розширенням</a:t>
          </a:r>
          <a:endParaRPr lang="uk-UA" dirty="0"/>
        </a:p>
      </dgm:t>
    </dgm:pt>
    <dgm:pt modelId="{F717C7C4-9F7E-4F98-8258-93AA9F6CCD7F}" type="parTrans" cxnId="{2DA8B548-9780-4DB8-B9E3-0A2BC021EF9F}">
      <dgm:prSet/>
      <dgm:spPr/>
      <dgm:t>
        <a:bodyPr/>
        <a:lstStyle/>
        <a:p>
          <a:endParaRPr lang="uk-UA"/>
        </a:p>
      </dgm:t>
    </dgm:pt>
    <dgm:pt modelId="{19210098-9ED6-48CB-9E6A-D4F7CC12C3CB}" type="sibTrans" cxnId="{2DA8B548-9780-4DB8-B9E3-0A2BC021EF9F}">
      <dgm:prSet/>
      <dgm:spPr/>
      <dgm:t>
        <a:bodyPr/>
        <a:lstStyle/>
        <a:p>
          <a:endParaRPr lang="uk-UA"/>
        </a:p>
      </dgm:t>
    </dgm:pt>
    <dgm:pt modelId="{0C370A7E-D593-4E2D-8AB0-F3A372B8097F}">
      <dgm:prSet phldrT="[Текст]"/>
      <dgm:spPr/>
      <dgm:t>
        <a:bodyPr/>
        <a:lstStyle/>
        <a:p>
          <a:r>
            <a:rPr lang="uk-UA" dirty="0" smtClean="0"/>
            <a:t>пошук у несортованому масиві, шуканий елемент – останній або відсутній</a:t>
          </a:r>
          <a:endParaRPr lang="uk-UA" dirty="0"/>
        </a:p>
      </dgm:t>
    </dgm:pt>
    <dgm:pt modelId="{07B3AB49-1228-425E-AF5E-5B0521A69C0D}" type="parTrans" cxnId="{818D1339-D5BD-4A70-A1FD-51B81940B93B}">
      <dgm:prSet/>
      <dgm:spPr/>
      <dgm:t>
        <a:bodyPr/>
        <a:lstStyle/>
        <a:p>
          <a:endParaRPr lang="uk-UA"/>
        </a:p>
      </dgm:t>
    </dgm:pt>
    <dgm:pt modelId="{2B3C7631-240A-4B58-9434-F38EE5E9F289}" type="sibTrans" cxnId="{818D1339-D5BD-4A70-A1FD-51B81940B93B}">
      <dgm:prSet/>
      <dgm:spPr/>
      <dgm:t>
        <a:bodyPr/>
        <a:lstStyle/>
        <a:p>
          <a:endParaRPr lang="uk-UA"/>
        </a:p>
      </dgm:t>
    </dgm:pt>
    <dgm:pt modelId="{0F3F24C6-04E4-4A3A-9E66-B5CA2156F671}">
      <dgm:prSet phldrT="[Текст]"/>
      <dgm:spPr/>
      <dgm:t>
        <a:bodyPr/>
        <a:lstStyle/>
        <a:p>
          <a:r>
            <a:rPr lang="uk-UA" dirty="0" smtClean="0"/>
            <a:t>середній</a:t>
          </a:r>
          <a:endParaRPr lang="uk-UA" dirty="0"/>
        </a:p>
      </dgm:t>
    </dgm:pt>
    <dgm:pt modelId="{87D9854A-01CF-4B90-BA85-0431315FE2A1}" type="parTrans" cxnId="{755272F8-AEC2-4484-95E0-65B499D08B01}">
      <dgm:prSet/>
      <dgm:spPr/>
      <dgm:t>
        <a:bodyPr/>
        <a:lstStyle/>
        <a:p>
          <a:endParaRPr lang="uk-UA"/>
        </a:p>
      </dgm:t>
    </dgm:pt>
    <dgm:pt modelId="{37459B53-14AD-4A0E-9D0B-FB4F6D0C7147}" type="sibTrans" cxnId="{755272F8-AEC2-4484-95E0-65B499D08B01}">
      <dgm:prSet/>
      <dgm:spPr/>
      <dgm:t>
        <a:bodyPr/>
        <a:lstStyle/>
        <a:p>
          <a:endParaRPr lang="uk-UA"/>
        </a:p>
      </dgm:t>
    </dgm:pt>
    <dgm:pt modelId="{E653C4BA-EEBC-4600-A422-587E55EE9B20}">
      <dgm:prSet phldrT="[Текст]"/>
      <dgm:spPr/>
      <dgm:t>
        <a:bodyPr/>
        <a:lstStyle/>
        <a:p>
          <a:r>
            <a:rPr lang="uk-UA" dirty="0" smtClean="0"/>
            <a:t>додавання в масив за індексом</a:t>
          </a:r>
          <a:endParaRPr lang="uk-UA" dirty="0"/>
        </a:p>
      </dgm:t>
    </dgm:pt>
    <dgm:pt modelId="{7100AA8E-4104-4E47-A449-6816D759B722}" type="parTrans" cxnId="{15CF10A0-38C2-4478-BB31-C1724B1C459B}">
      <dgm:prSet/>
      <dgm:spPr/>
      <dgm:t>
        <a:bodyPr/>
        <a:lstStyle/>
        <a:p>
          <a:endParaRPr lang="uk-UA"/>
        </a:p>
      </dgm:t>
    </dgm:pt>
    <dgm:pt modelId="{37F73D78-6C63-414A-AAEB-444E45233053}" type="sibTrans" cxnId="{15CF10A0-38C2-4478-BB31-C1724B1C459B}">
      <dgm:prSet/>
      <dgm:spPr/>
      <dgm:t>
        <a:bodyPr/>
        <a:lstStyle/>
        <a:p>
          <a:endParaRPr lang="uk-UA"/>
        </a:p>
      </dgm:t>
    </dgm:pt>
    <dgm:pt modelId="{45A8FD39-B2E4-4EA4-A111-98DED06B1985}">
      <dgm:prSet phldrT="[Текст]"/>
      <dgm:spPr/>
      <dgm:t>
        <a:bodyPr/>
        <a:lstStyle/>
        <a:p>
          <a:r>
            <a:rPr lang="uk-UA" dirty="0" smtClean="0"/>
            <a:t>пошук у несортованому масиві, шуканий елемент – у середині (центральний) </a:t>
          </a:r>
          <a:endParaRPr lang="uk-UA" dirty="0"/>
        </a:p>
      </dgm:t>
    </dgm:pt>
    <dgm:pt modelId="{12E68D4D-CB3F-4D3A-8837-8FE563E30C2D}" type="parTrans" cxnId="{F4A85723-A7DB-46C5-B456-B8C93F1F8027}">
      <dgm:prSet/>
      <dgm:spPr/>
      <dgm:t>
        <a:bodyPr/>
        <a:lstStyle/>
        <a:p>
          <a:endParaRPr lang="uk-UA"/>
        </a:p>
      </dgm:t>
    </dgm:pt>
    <dgm:pt modelId="{7C1B4D0C-5443-4264-A12A-4BD8BC01886A}" type="sibTrans" cxnId="{F4A85723-A7DB-46C5-B456-B8C93F1F8027}">
      <dgm:prSet/>
      <dgm:spPr/>
      <dgm:t>
        <a:bodyPr/>
        <a:lstStyle/>
        <a:p>
          <a:endParaRPr lang="uk-UA"/>
        </a:p>
      </dgm:t>
    </dgm:pt>
    <dgm:pt modelId="{2671E241-01AC-470B-86F3-394ABF4EB721}">
      <dgm:prSet phldrT="[Текст]"/>
      <dgm:spPr/>
      <dgm:t>
        <a:bodyPr/>
        <a:lstStyle/>
        <a:p>
          <a:r>
            <a:rPr lang="uk-UA" dirty="0" smtClean="0"/>
            <a:t>кращий</a:t>
          </a:r>
          <a:endParaRPr lang="uk-UA" dirty="0"/>
        </a:p>
      </dgm:t>
    </dgm:pt>
    <dgm:pt modelId="{ABF704D3-0EE2-4627-9DDE-8C6414FB3383}" type="parTrans" cxnId="{DCD0C48B-850A-4F40-9FCE-E6C910E414FE}">
      <dgm:prSet/>
      <dgm:spPr/>
      <dgm:t>
        <a:bodyPr/>
        <a:lstStyle/>
        <a:p>
          <a:endParaRPr lang="uk-UA"/>
        </a:p>
      </dgm:t>
    </dgm:pt>
    <dgm:pt modelId="{EC2689F4-BFFD-4BFA-8486-ACCA190923EC}" type="sibTrans" cxnId="{DCD0C48B-850A-4F40-9FCE-E6C910E414FE}">
      <dgm:prSet/>
      <dgm:spPr/>
      <dgm:t>
        <a:bodyPr/>
        <a:lstStyle/>
        <a:p>
          <a:endParaRPr lang="uk-UA"/>
        </a:p>
      </dgm:t>
    </dgm:pt>
    <dgm:pt modelId="{16CF4BA3-E53E-435D-BB86-1DCC5EFC25FC}">
      <dgm:prSet phldrT="[Текст]"/>
      <dgm:spPr/>
      <dgm:t>
        <a:bodyPr/>
        <a:lstStyle/>
        <a:p>
          <a:r>
            <a:rPr lang="uk-UA" dirty="0" smtClean="0"/>
            <a:t>додавання в масив за індексом</a:t>
          </a:r>
          <a:endParaRPr lang="uk-UA" dirty="0"/>
        </a:p>
      </dgm:t>
    </dgm:pt>
    <dgm:pt modelId="{5C7B2BC5-FE0E-4C47-8169-3A9984235956}" type="parTrans" cxnId="{FE295D14-8A73-4E8B-9DCF-9C61A6F72044}">
      <dgm:prSet/>
      <dgm:spPr/>
      <dgm:t>
        <a:bodyPr/>
        <a:lstStyle/>
        <a:p>
          <a:endParaRPr lang="uk-UA"/>
        </a:p>
      </dgm:t>
    </dgm:pt>
    <dgm:pt modelId="{8CE54DCC-87B9-4247-805B-D1BB1FE722F1}" type="sibTrans" cxnId="{FE295D14-8A73-4E8B-9DCF-9C61A6F72044}">
      <dgm:prSet/>
      <dgm:spPr/>
      <dgm:t>
        <a:bodyPr/>
        <a:lstStyle/>
        <a:p>
          <a:endParaRPr lang="uk-UA"/>
        </a:p>
      </dgm:t>
    </dgm:pt>
    <dgm:pt modelId="{5115AFBF-32F3-4199-8A1C-0FC79D474F6D}">
      <dgm:prSet phldrT="[Текст]"/>
      <dgm:spPr/>
      <dgm:t>
        <a:bodyPr/>
        <a:lstStyle/>
        <a:p>
          <a:r>
            <a:rPr lang="uk-UA" dirty="0" smtClean="0"/>
            <a:t>пошук у несортованому масиві, шуканий елемент - перший</a:t>
          </a:r>
          <a:endParaRPr lang="uk-UA" dirty="0"/>
        </a:p>
      </dgm:t>
    </dgm:pt>
    <dgm:pt modelId="{D8CF377B-C4DC-4180-85AA-A8C9A88CB352}" type="parTrans" cxnId="{12263178-D3FD-4B3C-9DC0-AC230D0BB7F2}">
      <dgm:prSet/>
      <dgm:spPr/>
      <dgm:t>
        <a:bodyPr/>
        <a:lstStyle/>
        <a:p>
          <a:endParaRPr lang="uk-UA"/>
        </a:p>
      </dgm:t>
    </dgm:pt>
    <dgm:pt modelId="{0C79AECA-5C73-4745-8C1E-21305F097153}" type="sibTrans" cxnId="{12263178-D3FD-4B3C-9DC0-AC230D0BB7F2}">
      <dgm:prSet/>
      <dgm:spPr/>
      <dgm:t>
        <a:bodyPr/>
        <a:lstStyle/>
        <a:p>
          <a:endParaRPr lang="uk-UA"/>
        </a:p>
      </dgm:t>
    </dgm:pt>
    <dgm:pt modelId="{111D76B3-A037-4BCC-9B58-3E3A8EB00060}" type="pres">
      <dgm:prSet presAssocID="{8E988217-60C8-4B82-AC8B-959EF7DBA450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endParaRPr lang="uk-UA"/>
        </a:p>
      </dgm:t>
    </dgm:pt>
    <dgm:pt modelId="{689B970D-312F-4796-8560-80C187EE2380}" type="pres">
      <dgm:prSet presAssocID="{8E988217-60C8-4B82-AC8B-959EF7DBA450}" presName="Name1" presStyleCnt="0"/>
      <dgm:spPr/>
      <dgm:t>
        <a:bodyPr/>
        <a:lstStyle/>
        <a:p>
          <a:endParaRPr lang="uk-UA"/>
        </a:p>
      </dgm:t>
    </dgm:pt>
    <dgm:pt modelId="{D70C612B-8154-4953-BD49-749E17F174F0}" type="pres">
      <dgm:prSet presAssocID="{8E988217-60C8-4B82-AC8B-959EF7DBA450}" presName="cycle" presStyleCnt="0"/>
      <dgm:spPr/>
      <dgm:t>
        <a:bodyPr/>
        <a:lstStyle/>
        <a:p>
          <a:endParaRPr lang="uk-UA"/>
        </a:p>
      </dgm:t>
    </dgm:pt>
    <dgm:pt modelId="{DCD08E2F-64E8-40AC-8789-5F68748C4B72}" type="pres">
      <dgm:prSet presAssocID="{8E988217-60C8-4B82-AC8B-959EF7DBA450}" presName="srcNode" presStyleLbl="node1" presStyleIdx="0" presStyleCnt="3"/>
      <dgm:spPr/>
      <dgm:t>
        <a:bodyPr/>
        <a:lstStyle/>
        <a:p>
          <a:endParaRPr lang="uk-UA"/>
        </a:p>
      </dgm:t>
    </dgm:pt>
    <dgm:pt modelId="{D654D945-8178-4DD6-BAC5-BB9D4E815A3B}" type="pres">
      <dgm:prSet presAssocID="{8E988217-60C8-4B82-AC8B-959EF7DBA450}" presName="conn" presStyleLbl="parChTrans1D2" presStyleIdx="0" presStyleCnt="1"/>
      <dgm:spPr/>
      <dgm:t>
        <a:bodyPr/>
        <a:lstStyle/>
        <a:p>
          <a:endParaRPr lang="uk-UA"/>
        </a:p>
      </dgm:t>
    </dgm:pt>
    <dgm:pt modelId="{9A14C334-122F-413A-A929-A488B342B51B}" type="pres">
      <dgm:prSet presAssocID="{8E988217-60C8-4B82-AC8B-959EF7DBA450}" presName="extraNode" presStyleLbl="node1" presStyleIdx="0" presStyleCnt="3"/>
      <dgm:spPr/>
      <dgm:t>
        <a:bodyPr/>
        <a:lstStyle/>
        <a:p>
          <a:endParaRPr lang="uk-UA"/>
        </a:p>
      </dgm:t>
    </dgm:pt>
    <dgm:pt modelId="{DA9BDD6A-4F69-47F9-8680-2AC54ABB7E86}" type="pres">
      <dgm:prSet presAssocID="{8E988217-60C8-4B82-AC8B-959EF7DBA450}" presName="dstNode" presStyleLbl="node1" presStyleIdx="0" presStyleCnt="3"/>
      <dgm:spPr/>
      <dgm:t>
        <a:bodyPr/>
        <a:lstStyle/>
        <a:p>
          <a:endParaRPr lang="uk-UA"/>
        </a:p>
      </dgm:t>
    </dgm:pt>
    <dgm:pt modelId="{846A3874-DD12-403B-A51F-FB914599EB59}" type="pres">
      <dgm:prSet presAssocID="{762BE17E-6001-4C0C-8CE4-FEAE52FFFAE4}" presName="text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E441A8AF-825C-4973-A288-C238BF4BCAED}" type="pres">
      <dgm:prSet presAssocID="{762BE17E-6001-4C0C-8CE4-FEAE52FFFAE4}" presName="accent_1" presStyleCnt="0"/>
      <dgm:spPr/>
      <dgm:t>
        <a:bodyPr/>
        <a:lstStyle/>
        <a:p>
          <a:endParaRPr lang="uk-UA"/>
        </a:p>
      </dgm:t>
    </dgm:pt>
    <dgm:pt modelId="{54C6007B-7EF9-4790-A95F-128CF2026812}" type="pres">
      <dgm:prSet presAssocID="{762BE17E-6001-4C0C-8CE4-FEAE52FFFAE4}" presName="accentRepeatNode" presStyleLbl="solidFgAcc1" presStyleIdx="0" presStyleCnt="3"/>
      <dgm:spPr/>
      <dgm:t>
        <a:bodyPr/>
        <a:lstStyle/>
        <a:p>
          <a:endParaRPr lang="uk-UA"/>
        </a:p>
      </dgm:t>
    </dgm:pt>
    <dgm:pt modelId="{C1C2549D-16A3-4198-9B6C-96C8A74248F9}" type="pres">
      <dgm:prSet presAssocID="{0F3F24C6-04E4-4A3A-9E66-B5CA2156F671}" presName="text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8F7B30A9-BEEF-4A7B-90C1-C2E0F2CA33DC}" type="pres">
      <dgm:prSet presAssocID="{0F3F24C6-04E4-4A3A-9E66-B5CA2156F671}" presName="accent_2" presStyleCnt="0"/>
      <dgm:spPr/>
      <dgm:t>
        <a:bodyPr/>
        <a:lstStyle/>
        <a:p>
          <a:endParaRPr lang="uk-UA"/>
        </a:p>
      </dgm:t>
    </dgm:pt>
    <dgm:pt modelId="{28227A2A-9A3C-490B-8C8D-B14D558A587D}" type="pres">
      <dgm:prSet presAssocID="{0F3F24C6-04E4-4A3A-9E66-B5CA2156F671}" presName="accentRepeatNode" presStyleLbl="solidFgAcc1" presStyleIdx="1" presStyleCnt="3"/>
      <dgm:spPr/>
      <dgm:t>
        <a:bodyPr/>
        <a:lstStyle/>
        <a:p>
          <a:endParaRPr lang="uk-UA"/>
        </a:p>
      </dgm:t>
    </dgm:pt>
    <dgm:pt modelId="{18FB1700-2262-4F97-8EA4-DF59820AC208}" type="pres">
      <dgm:prSet presAssocID="{2671E241-01AC-470B-86F3-394ABF4EB721}" presName="text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1A067638-E1A6-471C-BDB2-3D5B203A49CA}" type="pres">
      <dgm:prSet presAssocID="{2671E241-01AC-470B-86F3-394ABF4EB721}" presName="accent_3" presStyleCnt="0"/>
      <dgm:spPr/>
      <dgm:t>
        <a:bodyPr/>
        <a:lstStyle/>
        <a:p>
          <a:endParaRPr lang="uk-UA"/>
        </a:p>
      </dgm:t>
    </dgm:pt>
    <dgm:pt modelId="{5BC8DFE6-6F65-4147-92D7-E66314823A15}" type="pres">
      <dgm:prSet presAssocID="{2671E241-01AC-470B-86F3-394ABF4EB721}" presName="accentRepeatNode" presStyleLbl="solidFgAcc1" presStyleIdx="2" presStyleCnt="3"/>
      <dgm:spPr/>
      <dgm:t>
        <a:bodyPr/>
        <a:lstStyle/>
        <a:p>
          <a:endParaRPr lang="uk-UA"/>
        </a:p>
      </dgm:t>
    </dgm:pt>
  </dgm:ptLst>
  <dgm:cxnLst>
    <dgm:cxn modelId="{F4A85723-A7DB-46C5-B456-B8C93F1F8027}" srcId="{0F3F24C6-04E4-4A3A-9E66-B5CA2156F671}" destId="{45A8FD39-B2E4-4EA4-A111-98DED06B1985}" srcOrd="1" destOrd="0" parTransId="{12E68D4D-CB3F-4D3A-8837-8FE563E30C2D}" sibTransId="{7C1B4D0C-5443-4264-A12A-4BD8BC01886A}"/>
    <dgm:cxn modelId="{E5B85496-3DCC-4D59-9D44-0D3A1D3DB42B}" type="presOf" srcId="{2671E241-01AC-470B-86F3-394ABF4EB721}" destId="{18FB1700-2262-4F97-8EA4-DF59820AC208}" srcOrd="0" destOrd="0" presId="urn:microsoft.com/office/officeart/2008/layout/VerticalCurvedList"/>
    <dgm:cxn modelId="{839C63F4-8892-4F4F-8D04-0F74439EF881}" type="presOf" srcId="{19210098-9ED6-48CB-9E6A-D4F7CC12C3CB}" destId="{D654D945-8178-4DD6-BAC5-BB9D4E815A3B}" srcOrd="0" destOrd="0" presId="urn:microsoft.com/office/officeart/2008/layout/VerticalCurvedList"/>
    <dgm:cxn modelId="{24D9167A-323F-4B7C-84D3-0B7CAAD7C68A}" type="presOf" srcId="{5115AFBF-32F3-4199-8A1C-0FC79D474F6D}" destId="{18FB1700-2262-4F97-8EA4-DF59820AC208}" srcOrd="0" destOrd="2" presId="urn:microsoft.com/office/officeart/2008/layout/VerticalCurvedList"/>
    <dgm:cxn modelId="{755272F8-AEC2-4484-95E0-65B499D08B01}" srcId="{8E988217-60C8-4B82-AC8B-959EF7DBA450}" destId="{0F3F24C6-04E4-4A3A-9E66-B5CA2156F671}" srcOrd="1" destOrd="0" parTransId="{87D9854A-01CF-4B90-BA85-0431315FE2A1}" sibTransId="{37459B53-14AD-4A0E-9D0B-FB4F6D0C7147}"/>
    <dgm:cxn modelId="{15CF10A0-38C2-4478-BB31-C1724B1C459B}" srcId="{0F3F24C6-04E4-4A3A-9E66-B5CA2156F671}" destId="{E653C4BA-EEBC-4600-A422-587E55EE9B20}" srcOrd="0" destOrd="0" parTransId="{7100AA8E-4104-4E47-A449-6816D759B722}" sibTransId="{37F73D78-6C63-414A-AAEB-444E45233053}"/>
    <dgm:cxn modelId="{2DA8B548-9780-4DB8-B9E3-0A2BC021EF9F}" srcId="{762BE17E-6001-4C0C-8CE4-FEAE52FFFAE4}" destId="{744B6C8D-47E5-4F8D-A89D-312A50892325}" srcOrd="0" destOrd="0" parTransId="{F717C7C4-9F7E-4F98-8258-93AA9F6CCD7F}" sibTransId="{19210098-9ED6-48CB-9E6A-D4F7CC12C3CB}"/>
    <dgm:cxn modelId="{DCD0C48B-850A-4F40-9FCE-E6C910E414FE}" srcId="{8E988217-60C8-4B82-AC8B-959EF7DBA450}" destId="{2671E241-01AC-470B-86F3-394ABF4EB721}" srcOrd="2" destOrd="0" parTransId="{ABF704D3-0EE2-4627-9DDE-8C6414FB3383}" sibTransId="{EC2689F4-BFFD-4BFA-8486-ACCA190923EC}"/>
    <dgm:cxn modelId="{818D1339-D5BD-4A70-A1FD-51B81940B93B}" srcId="{762BE17E-6001-4C0C-8CE4-FEAE52FFFAE4}" destId="{0C370A7E-D593-4E2D-8AB0-F3A372B8097F}" srcOrd="1" destOrd="0" parTransId="{07B3AB49-1228-425E-AF5E-5B0521A69C0D}" sibTransId="{2B3C7631-240A-4B58-9434-F38EE5E9F289}"/>
    <dgm:cxn modelId="{F039AFAE-C1FF-49AC-9902-6043D7628812}" type="presOf" srcId="{45A8FD39-B2E4-4EA4-A111-98DED06B1985}" destId="{C1C2549D-16A3-4198-9B6C-96C8A74248F9}" srcOrd="0" destOrd="2" presId="urn:microsoft.com/office/officeart/2008/layout/VerticalCurvedList"/>
    <dgm:cxn modelId="{25D04233-010C-4034-91DE-48CC8526C029}" type="presOf" srcId="{0C370A7E-D593-4E2D-8AB0-F3A372B8097F}" destId="{846A3874-DD12-403B-A51F-FB914599EB59}" srcOrd="0" destOrd="2" presId="urn:microsoft.com/office/officeart/2008/layout/VerticalCurvedList"/>
    <dgm:cxn modelId="{51C7EFE3-92CC-4980-A36A-1356E0DD0CD4}" type="presOf" srcId="{8E988217-60C8-4B82-AC8B-959EF7DBA450}" destId="{111D76B3-A037-4BCC-9B58-3E3A8EB00060}" srcOrd="0" destOrd="0" presId="urn:microsoft.com/office/officeart/2008/layout/VerticalCurvedList"/>
    <dgm:cxn modelId="{512E0471-81CC-4D3F-B93B-F884B4330F20}" type="presOf" srcId="{0F3F24C6-04E4-4A3A-9E66-B5CA2156F671}" destId="{C1C2549D-16A3-4198-9B6C-96C8A74248F9}" srcOrd="0" destOrd="0" presId="urn:microsoft.com/office/officeart/2008/layout/VerticalCurvedList"/>
    <dgm:cxn modelId="{FE295D14-8A73-4E8B-9DCF-9C61A6F72044}" srcId="{2671E241-01AC-470B-86F3-394ABF4EB721}" destId="{16CF4BA3-E53E-435D-BB86-1DCC5EFC25FC}" srcOrd="0" destOrd="0" parTransId="{5C7B2BC5-FE0E-4C47-8169-3A9984235956}" sibTransId="{8CE54DCC-87B9-4247-805B-D1BB1FE722F1}"/>
    <dgm:cxn modelId="{12263178-D3FD-4B3C-9DC0-AC230D0BB7F2}" srcId="{2671E241-01AC-470B-86F3-394ABF4EB721}" destId="{5115AFBF-32F3-4199-8A1C-0FC79D474F6D}" srcOrd="1" destOrd="0" parTransId="{D8CF377B-C4DC-4180-85AA-A8C9A88CB352}" sibTransId="{0C79AECA-5C73-4745-8C1E-21305F097153}"/>
    <dgm:cxn modelId="{C49C1C2C-0CEC-4CDD-9B82-364911E172E4}" srcId="{8E988217-60C8-4B82-AC8B-959EF7DBA450}" destId="{762BE17E-6001-4C0C-8CE4-FEAE52FFFAE4}" srcOrd="0" destOrd="0" parTransId="{5F1ADAAA-EAC8-4B95-8AB0-1B2E77C2C063}" sibTransId="{4F83BCAB-C5D7-4C8C-B222-B65C49599E60}"/>
    <dgm:cxn modelId="{C4E688B4-93A1-433D-A383-F1D0FE137213}" type="presOf" srcId="{744B6C8D-47E5-4F8D-A89D-312A50892325}" destId="{846A3874-DD12-403B-A51F-FB914599EB59}" srcOrd="0" destOrd="1" presId="urn:microsoft.com/office/officeart/2008/layout/VerticalCurvedList"/>
    <dgm:cxn modelId="{9A89916A-29D0-4125-AF86-CB787A490430}" type="presOf" srcId="{E653C4BA-EEBC-4600-A422-587E55EE9B20}" destId="{C1C2549D-16A3-4198-9B6C-96C8A74248F9}" srcOrd="0" destOrd="1" presId="urn:microsoft.com/office/officeart/2008/layout/VerticalCurvedList"/>
    <dgm:cxn modelId="{B159BE0D-D3D2-486F-B430-8F310397F12A}" type="presOf" srcId="{16CF4BA3-E53E-435D-BB86-1DCC5EFC25FC}" destId="{18FB1700-2262-4F97-8EA4-DF59820AC208}" srcOrd="0" destOrd="1" presId="urn:microsoft.com/office/officeart/2008/layout/VerticalCurvedList"/>
    <dgm:cxn modelId="{64045BEA-726C-470D-B610-D3538DAFB63B}" type="presOf" srcId="{762BE17E-6001-4C0C-8CE4-FEAE52FFFAE4}" destId="{846A3874-DD12-403B-A51F-FB914599EB59}" srcOrd="0" destOrd="0" presId="urn:microsoft.com/office/officeart/2008/layout/VerticalCurvedList"/>
    <dgm:cxn modelId="{F54E9A55-D18D-4A9D-B338-1FE44370CE80}" type="presParOf" srcId="{111D76B3-A037-4BCC-9B58-3E3A8EB00060}" destId="{689B970D-312F-4796-8560-80C187EE2380}" srcOrd="0" destOrd="0" presId="urn:microsoft.com/office/officeart/2008/layout/VerticalCurvedList"/>
    <dgm:cxn modelId="{61C92CBE-C2AA-45A1-92DC-1990D37DF103}" type="presParOf" srcId="{689B970D-312F-4796-8560-80C187EE2380}" destId="{D70C612B-8154-4953-BD49-749E17F174F0}" srcOrd="0" destOrd="0" presId="urn:microsoft.com/office/officeart/2008/layout/VerticalCurvedList"/>
    <dgm:cxn modelId="{B0BF25C6-4A22-4ECA-B978-E65DCC6C3D47}" type="presParOf" srcId="{D70C612B-8154-4953-BD49-749E17F174F0}" destId="{DCD08E2F-64E8-40AC-8789-5F68748C4B72}" srcOrd="0" destOrd="0" presId="urn:microsoft.com/office/officeart/2008/layout/VerticalCurvedList"/>
    <dgm:cxn modelId="{CC1F6ADD-8F8C-484B-B499-2AF4285711A8}" type="presParOf" srcId="{D70C612B-8154-4953-BD49-749E17F174F0}" destId="{D654D945-8178-4DD6-BAC5-BB9D4E815A3B}" srcOrd="1" destOrd="0" presId="urn:microsoft.com/office/officeart/2008/layout/VerticalCurvedList"/>
    <dgm:cxn modelId="{28554FB0-260D-4F32-A01D-19497A5A0520}" type="presParOf" srcId="{D70C612B-8154-4953-BD49-749E17F174F0}" destId="{9A14C334-122F-413A-A929-A488B342B51B}" srcOrd="2" destOrd="0" presId="urn:microsoft.com/office/officeart/2008/layout/VerticalCurvedList"/>
    <dgm:cxn modelId="{1657C693-0387-46D7-A339-A5C8BC7F29C5}" type="presParOf" srcId="{D70C612B-8154-4953-BD49-749E17F174F0}" destId="{DA9BDD6A-4F69-47F9-8680-2AC54ABB7E86}" srcOrd="3" destOrd="0" presId="urn:microsoft.com/office/officeart/2008/layout/VerticalCurvedList"/>
    <dgm:cxn modelId="{F82BA6DF-10EA-43A9-AE4D-435E3E7BFF01}" type="presParOf" srcId="{689B970D-312F-4796-8560-80C187EE2380}" destId="{846A3874-DD12-403B-A51F-FB914599EB59}" srcOrd="1" destOrd="0" presId="urn:microsoft.com/office/officeart/2008/layout/VerticalCurvedList"/>
    <dgm:cxn modelId="{6E9D6D3A-8B94-42FC-8543-D7B78AFCA3F1}" type="presParOf" srcId="{689B970D-312F-4796-8560-80C187EE2380}" destId="{E441A8AF-825C-4973-A288-C238BF4BCAED}" srcOrd="2" destOrd="0" presId="urn:microsoft.com/office/officeart/2008/layout/VerticalCurvedList"/>
    <dgm:cxn modelId="{E68E05CD-D793-49CB-9244-44BF7E667D7A}" type="presParOf" srcId="{E441A8AF-825C-4973-A288-C238BF4BCAED}" destId="{54C6007B-7EF9-4790-A95F-128CF2026812}" srcOrd="0" destOrd="0" presId="urn:microsoft.com/office/officeart/2008/layout/VerticalCurvedList"/>
    <dgm:cxn modelId="{DDD02091-75DE-4704-9E77-15465A51FD43}" type="presParOf" srcId="{689B970D-312F-4796-8560-80C187EE2380}" destId="{C1C2549D-16A3-4198-9B6C-96C8A74248F9}" srcOrd="3" destOrd="0" presId="urn:microsoft.com/office/officeart/2008/layout/VerticalCurvedList"/>
    <dgm:cxn modelId="{580FC4D8-83BE-48E6-84B9-C73A168F48CE}" type="presParOf" srcId="{689B970D-312F-4796-8560-80C187EE2380}" destId="{8F7B30A9-BEEF-4A7B-90C1-C2E0F2CA33DC}" srcOrd="4" destOrd="0" presId="urn:microsoft.com/office/officeart/2008/layout/VerticalCurvedList"/>
    <dgm:cxn modelId="{4752F424-BAD7-4FC7-8614-574DC64E8E50}" type="presParOf" srcId="{8F7B30A9-BEEF-4A7B-90C1-C2E0F2CA33DC}" destId="{28227A2A-9A3C-490B-8C8D-B14D558A587D}" srcOrd="0" destOrd="0" presId="urn:microsoft.com/office/officeart/2008/layout/VerticalCurvedList"/>
    <dgm:cxn modelId="{4957BFD1-57FD-4CA7-B41B-C1B8D34E22E5}" type="presParOf" srcId="{689B970D-312F-4796-8560-80C187EE2380}" destId="{18FB1700-2262-4F97-8EA4-DF59820AC208}" srcOrd="5" destOrd="0" presId="urn:microsoft.com/office/officeart/2008/layout/VerticalCurvedList"/>
    <dgm:cxn modelId="{9F0FA560-F323-4282-820B-55DB6A1716E5}" type="presParOf" srcId="{689B970D-312F-4796-8560-80C187EE2380}" destId="{1A067638-E1A6-471C-BDB2-3D5B203A49CA}" srcOrd="6" destOrd="0" presId="urn:microsoft.com/office/officeart/2008/layout/VerticalCurvedList"/>
    <dgm:cxn modelId="{429C134D-0058-4326-92D8-F29FB27AC726}" type="presParOf" srcId="{1A067638-E1A6-471C-BDB2-3D5B203A49CA}" destId="{5BC8DFE6-6F65-4147-92D7-E66314823A15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A478151-B52C-490C-8FBE-6BBB99D4B560}" type="doc">
      <dgm:prSet loTypeId="urn:microsoft.com/office/officeart/2005/8/layout/vProcess5" loCatId="process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0DD96055-F9DE-4C6C-BB79-9DA63AB5E597}">
      <dgm:prSet/>
      <dgm:spPr/>
      <dgm:t>
        <a:bodyPr/>
        <a:lstStyle/>
        <a:p>
          <a:pPr rtl="0"/>
          <a:r>
            <a:rPr lang="uk-UA" dirty="0" smtClean="0"/>
            <a:t>робляться деякі припущення щодо вхідних даних алгоритму</a:t>
          </a:r>
          <a:endParaRPr lang="uk-UA" dirty="0"/>
        </a:p>
      </dgm:t>
    </dgm:pt>
    <dgm:pt modelId="{3D84040D-CCD5-4F91-BBF0-7E0E72641F23}" type="parTrans" cxnId="{4DEF8F90-5810-4D1D-B947-144723A146CB}">
      <dgm:prSet/>
      <dgm:spPr/>
      <dgm:t>
        <a:bodyPr/>
        <a:lstStyle/>
        <a:p>
          <a:endParaRPr lang="uk-UA"/>
        </a:p>
      </dgm:t>
    </dgm:pt>
    <dgm:pt modelId="{268F03FA-A3A7-4EC2-8DB9-FE270AB39473}" type="sibTrans" cxnId="{4DEF8F90-5810-4D1D-B947-144723A146CB}">
      <dgm:prSet/>
      <dgm:spPr/>
      <dgm:t>
        <a:bodyPr/>
        <a:lstStyle/>
        <a:p>
          <a:endParaRPr lang="uk-UA"/>
        </a:p>
      </dgm:t>
    </dgm:pt>
    <dgm:pt modelId="{03E7C564-ADA1-4854-B7D6-55CDE966E6C1}">
      <dgm:prSet/>
      <dgm:spPr/>
      <dgm:t>
        <a:bodyPr/>
        <a:lstStyle/>
        <a:p>
          <a:pPr rtl="0"/>
          <a:r>
            <a:rPr lang="uk-UA" dirty="0" smtClean="0"/>
            <a:t>для кожного кроку алгоритму обчислюється кількість його виконання.</a:t>
          </a:r>
        </a:p>
        <a:p>
          <a:pPr rtl="0"/>
          <a:r>
            <a:rPr lang="uk-UA" dirty="0" smtClean="0"/>
            <a:t>Для деяких команд кількість повторів є однаковою для кожного виконання алгоритму. Для інших команд визначається четвірка: &lt;мінімальна, середня та максимальна кількість разів виконання команди, та дисперсія до середньої кількості&gt; залежно від кількості елементів даних;</a:t>
          </a:r>
          <a:endParaRPr lang="uk-UA" dirty="0"/>
        </a:p>
      </dgm:t>
    </dgm:pt>
    <dgm:pt modelId="{A68F6477-022B-48EB-834D-ECF7221828CB}" type="parTrans" cxnId="{FB1DAAE9-3F56-43F6-8796-84D3A7B639CD}">
      <dgm:prSet/>
      <dgm:spPr/>
      <dgm:t>
        <a:bodyPr/>
        <a:lstStyle/>
        <a:p>
          <a:endParaRPr lang="uk-UA"/>
        </a:p>
      </dgm:t>
    </dgm:pt>
    <dgm:pt modelId="{A0CD82BE-6EBE-42F2-B0E1-4B3A48AB4217}" type="sibTrans" cxnId="{FB1DAAE9-3F56-43F6-8796-84D3A7B639CD}">
      <dgm:prSet/>
      <dgm:spPr/>
      <dgm:t>
        <a:bodyPr/>
        <a:lstStyle/>
        <a:p>
          <a:endParaRPr lang="uk-UA"/>
        </a:p>
      </dgm:t>
    </dgm:pt>
    <dgm:pt modelId="{A16EFFA4-A420-43AA-991D-B03BE289414B}">
      <dgm:prSet/>
      <dgm:spPr/>
      <dgm:t>
        <a:bodyPr/>
        <a:lstStyle/>
        <a:p>
          <a:pPr rtl="0"/>
          <a:r>
            <a:rPr lang="uk-UA" smtClean="0"/>
            <a:t>знаючи число повторень і час виконання кожного кроку, приймаємо час виконання кожної команди деякої віртуальної машини </a:t>
          </a:r>
          <a:r>
            <a:rPr lang="en-US" smtClean="0"/>
            <a:t>MIX </a:t>
          </a:r>
          <a:r>
            <a:rPr lang="uk-UA" smtClean="0"/>
            <a:t>за умовну одиницю - "і" і визначає час виконання алгоритму в гіршому, середньому та найкращому випадку.</a:t>
          </a:r>
          <a:endParaRPr lang="uk-UA"/>
        </a:p>
      </dgm:t>
    </dgm:pt>
    <dgm:pt modelId="{D458D38F-D4F3-47C9-94CE-4789987499B0}" type="parTrans" cxnId="{9B88CB25-FFA3-440A-BDD4-369CA964A8F7}">
      <dgm:prSet/>
      <dgm:spPr/>
      <dgm:t>
        <a:bodyPr/>
        <a:lstStyle/>
        <a:p>
          <a:endParaRPr lang="uk-UA"/>
        </a:p>
      </dgm:t>
    </dgm:pt>
    <dgm:pt modelId="{1F4A84C3-7B59-4B7F-B6A5-3135C4C88509}" type="sibTrans" cxnId="{9B88CB25-FFA3-440A-BDD4-369CA964A8F7}">
      <dgm:prSet/>
      <dgm:spPr/>
      <dgm:t>
        <a:bodyPr/>
        <a:lstStyle/>
        <a:p>
          <a:endParaRPr lang="uk-UA"/>
        </a:p>
      </dgm:t>
    </dgm:pt>
    <dgm:pt modelId="{F4A8B767-17D2-46AE-BD4C-570FFD347163}" type="pres">
      <dgm:prSet presAssocID="{CA478151-B52C-490C-8FBE-6BBB99D4B560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uk-UA"/>
        </a:p>
      </dgm:t>
    </dgm:pt>
    <dgm:pt modelId="{F8D8C609-965C-446F-B29D-B505BA865505}" type="pres">
      <dgm:prSet presAssocID="{CA478151-B52C-490C-8FBE-6BBB99D4B560}" presName="dummyMaxCanvas" presStyleCnt="0">
        <dgm:presLayoutVars/>
      </dgm:prSet>
      <dgm:spPr/>
    </dgm:pt>
    <dgm:pt modelId="{B53CB6F4-9D77-4A53-AC0A-E58DFF212AB2}" type="pres">
      <dgm:prSet presAssocID="{CA478151-B52C-490C-8FBE-6BBB99D4B560}" presName="ThreeNodes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140A53EE-7A10-4DF2-BE28-F366B3F245BB}" type="pres">
      <dgm:prSet presAssocID="{CA478151-B52C-490C-8FBE-6BBB99D4B560}" presName="ThreeNodes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7D57A0A3-9C80-40E9-B1DC-9EAB6C91C8E7}" type="pres">
      <dgm:prSet presAssocID="{CA478151-B52C-490C-8FBE-6BBB99D4B560}" presName="ThreeNodes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73725EAA-3020-4913-A870-2AAECE2CD080}" type="pres">
      <dgm:prSet presAssocID="{CA478151-B52C-490C-8FBE-6BBB99D4B560}" presName="ThreeConn_1-2" presStyleLbl="f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372A8BED-49D7-4680-A3D1-8A1B04B054A7}" type="pres">
      <dgm:prSet presAssocID="{CA478151-B52C-490C-8FBE-6BBB99D4B560}" presName="ThreeConn_2-3" presStyleLbl="f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D23922B1-0416-4343-A750-B34A20CF0149}" type="pres">
      <dgm:prSet presAssocID="{CA478151-B52C-490C-8FBE-6BBB99D4B560}" presName="ThreeNodes_1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5BC429C7-3272-40AF-A01A-8C0E2A82A2EE}" type="pres">
      <dgm:prSet presAssocID="{CA478151-B52C-490C-8FBE-6BBB99D4B560}" presName="ThreeNodes_2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785BB403-9479-4296-811C-C52165D354F5}" type="pres">
      <dgm:prSet presAssocID="{CA478151-B52C-490C-8FBE-6BBB99D4B560}" presName="ThreeNodes_3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uk-UA"/>
        </a:p>
      </dgm:t>
    </dgm:pt>
  </dgm:ptLst>
  <dgm:cxnLst>
    <dgm:cxn modelId="{1DFF747D-2F1D-4692-B6FC-08F66AD01F4A}" type="presOf" srcId="{A16EFFA4-A420-43AA-991D-B03BE289414B}" destId="{7D57A0A3-9C80-40E9-B1DC-9EAB6C91C8E7}" srcOrd="0" destOrd="0" presId="urn:microsoft.com/office/officeart/2005/8/layout/vProcess5"/>
    <dgm:cxn modelId="{1CE0939B-B39E-46FE-A242-1DA6D8D4A20D}" type="presOf" srcId="{03E7C564-ADA1-4854-B7D6-55CDE966E6C1}" destId="{5BC429C7-3272-40AF-A01A-8C0E2A82A2EE}" srcOrd="1" destOrd="0" presId="urn:microsoft.com/office/officeart/2005/8/layout/vProcess5"/>
    <dgm:cxn modelId="{92D3F746-328B-4F1E-8633-561AF14D0C1C}" type="presOf" srcId="{0DD96055-F9DE-4C6C-BB79-9DA63AB5E597}" destId="{D23922B1-0416-4343-A750-B34A20CF0149}" srcOrd="1" destOrd="0" presId="urn:microsoft.com/office/officeart/2005/8/layout/vProcess5"/>
    <dgm:cxn modelId="{9B88CB25-FFA3-440A-BDD4-369CA964A8F7}" srcId="{CA478151-B52C-490C-8FBE-6BBB99D4B560}" destId="{A16EFFA4-A420-43AA-991D-B03BE289414B}" srcOrd="2" destOrd="0" parTransId="{D458D38F-D4F3-47C9-94CE-4789987499B0}" sibTransId="{1F4A84C3-7B59-4B7F-B6A5-3135C4C88509}"/>
    <dgm:cxn modelId="{4DEF8F90-5810-4D1D-B947-144723A146CB}" srcId="{CA478151-B52C-490C-8FBE-6BBB99D4B560}" destId="{0DD96055-F9DE-4C6C-BB79-9DA63AB5E597}" srcOrd="0" destOrd="0" parTransId="{3D84040D-CCD5-4F91-BBF0-7E0E72641F23}" sibTransId="{268F03FA-A3A7-4EC2-8DB9-FE270AB39473}"/>
    <dgm:cxn modelId="{E4C21F0A-4A17-42D1-989D-C3FDDBC47E53}" type="presOf" srcId="{CA478151-B52C-490C-8FBE-6BBB99D4B560}" destId="{F4A8B767-17D2-46AE-BD4C-570FFD347163}" srcOrd="0" destOrd="0" presId="urn:microsoft.com/office/officeart/2005/8/layout/vProcess5"/>
    <dgm:cxn modelId="{172A134F-C80C-4481-B3B2-711E6395BB36}" type="presOf" srcId="{0DD96055-F9DE-4C6C-BB79-9DA63AB5E597}" destId="{B53CB6F4-9D77-4A53-AC0A-E58DFF212AB2}" srcOrd="0" destOrd="0" presId="urn:microsoft.com/office/officeart/2005/8/layout/vProcess5"/>
    <dgm:cxn modelId="{24021585-4650-46C8-9AE6-A8D8CBD6887D}" type="presOf" srcId="{03E7C564-ADA1-4854-B7D6-55CDE966E6C1}" destId="{140A53EE-7A10-4DF2-BE28-F366B3F245BB}" srcOrd="0" destOrd="0" presId="urn:microsoft.com/office/officeart/2005/8/layout/vProcess5"/>
    <dgm:cxn modelId="{0867AA17-F4B8-4445-8FCD-9F07BFB6B529}" type="presOf" srcId="{268F03FA-A3A7-4EC2-8DB9-FE270AB39473}" destId="{73725EAA-3020-4913-A870-2AAECE2CD080}" srcOrd="0" destOrd="0" presId="urn:microsoft.com/office/officeart/2005/8/layout/vProcess5"/>
    <dgm:cxn modelId="{FB1DAAE9-3F56-43F6-8796-84D3A7B639CD}" srcId="{CA478151-B52C-490C-8FBE-6BBB99D4B560}" destId="{03E7C564-ADA1-4854-B7D6-55CDE966E6C1}" srcOrd="1" destOrd="0" parTransId="{A68F6477-022B-48EB-834D-ECF7221828CB}" sibTransId="{A0CD82BE-6EBE-42F2-B0E1-4B3A48AB4217}"/>
    <dgm:cxn modelId="{2D7AD855-AC0D-4578-80CC-0BA6276E11F3}" type="presOf" srcId="{A0CD82BE-6EBE-42F2-B0E1-4B3A48AB4217}" destId="{372A8BED-49D7-4680-A3D1-8A1B04B054A7}" srcOrd="0" destOrd="0" presId="urn:microsoft.com/office/officeart/2005/8/layout/vProcess5"/>
    <dgm:cxn modelId="{F24362EE-BAFB-4E1B-B3B6-D5D802662BE8}" type="presOf" srcId="{A16EFFA4-A420-43AA-991D-B03BE289414B}" destId="{785BB403-9479-4296-811C-C52165D354F5}" srcOrd="1" destOrd="0" presId="urn:microsoft.com/office/officeart/2005/8/layout/vProcess5"/>
    <dgm:cxn modelId="{213FB22D-54AD-4A1A-AC45-65DCCBA7C29F}" type="presParOf" srcId="{F4A8B767-17D2-46AE-BD4C-570FFD347163}" destId="{F8D8C609-965C-446F-B29D-B505BA865505}" srcOrd="0" destOrd="0" presId="urn:microsoft.com/office/officeart/2005/8/layout/vProcess5"/>
    <dgm:cxn modelId="{62BBF0B5-92DD-4CF3-816F-C1AFBDFEE79B}" type="presParOf" srcId="{F4A8B767-17D2-46AE-BD4C-570FFD347163}" destId="{B53CB6F4-9D77-4A53-AC0A-E58DFF212AB2}" srcOrd="1" destOrd="0" presId="urn:microsoft.com/office/officeart/2005/8/layout/vProcess5"/>
    <dgm:cxn modelId="{34BE2D60-3D79-458B-9C0A-22215CBC87BC}" type="presParOf" srcId="{F4A8B767-17D2-46AE-BD4C-570FFD347163}" destId="{140A53EE-7A10-4DF2-BE28-F366B3F245BB}" srcOrd="2" destOrd="0" presId="urn:microsoft.com/office/officeart/2005/8/layout/vProcess5"/>
    <dgm:cxn modelId="{3F156A65-ED04-4424-A7F3-2DD3CFCBC4BA}" type="presParOf" srcId="{F4A8B767-17D2-46AE-BD4C-570FFD347163}" destId="{7D57A0A3-9C80-40E9-B1DC-9EAB6C91C8E7}" srcOrd="3" destOrd="0" presId="urn:microsoft.com/office/officeart/2005/8/layout/vProcess5"/>
    <dgm:cxn modelId="{F2196853-BE48-47BF-AE82-732492933E09}" type="presParOf" srcId="{F4A8B767-17D2-46AE-BD4C-570FFD347163}" destId="{73725EAA-3020-4913-A870-2AAECE2CD080}" srcOrd="4" destOrd="0" presId="urn:microsoft.com/office/officeart/2005/8/layout/vProcess5"/>
    <dgm:cxn modelId="{E3E2B090-3C6B-4532-A989-2C66EDC37E56}" type="presParOf" srcId="{F4A8B767-17D2-46AE-BD4C-570FFD347163}" destId="{372A8BED-49D7-4680-A3D1-8A1B04B054A7}" srcOrd="5" destOrd="0" presId="urn:microsoft.com/office/officeart/2005/8/layout/vProcess5"/>
    <dgm:cxn modelId="{3F285316-4EF5-4A23-9A5E-2D567917B1FB}" type="presParOf" srcId="{F4A8B767-17D2-46AE-BD4C-570FFD347163}" destId="{D23922B1-0416-4343-A750-B34A20CF0149}" srcOrd="6" destOrd="0" presId="urn:microsoft.com/office/officeart/2005/8/layout/vProcess5"/>
    <dgm:cxn modelId="{A25CE5E3-9EF9-4A70-B0B4-AEA06BE76853}" type="presParOf" srcId="{F4A8B767-17D2-46AE-BD4C-570FFD347163}" destId="{5BC429C7-3272-40AF-A01A-8C0E2A82A2EE}" srcOrd="7" destOrd="0" presId="urn:microsoft.com/office/officeart/2005/8/layout/vProcess5"/>
    <dgm:cxn modelId="{099E7401-B9AC-440A-9021-ADDC7F71DBB0}" type="presParOf" srcId="{F4A8B767-17D2-46AE-BD4C-570FFD347163}" destId="{785BB403-9479-4296-811C-C52165D354F5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9C82283-F708-408E-89DB-AC8D1EC69A27}" type="doc">
      <dgm:prSet loTypeId="urn:microsoft.com/office/officeart/2008/layout/LinedList" loCatId="list" qsTypeId="urn:microsoft.com/office/officeart/2005/8/quickstyle/simple3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64AB74A2-210A-4876-A502-C2417CBEEF2C}">
      <dgm:prSet/>
      <dgm:spPr/>
      <dgm:t>
        <a:bodyPr/>
        <a:lstStyle/>
        <a:p>
          <a:pPr rtl="0"/>
          <a:r>
            <a:rPr lang="uk-UA" smtClean="0"/>
            <a:t>побудова оцінок -  досить складне та трудомістке завдання;</a:t>
          </a:r>
          <a:endParaRPr lang="uk-UA"/>
        </a:p>
      </dgm:t>
    </dgm:pt>
    <dgm:pt modelId="{7425D3C0-3CB6-4404-AA12-6C19EC5AD7BE}" type="parTrans" cxnId="{E8458637-957F-450F-BDF6-2B349B01B98D}">
      <dgm:prSet/>
      <dgm:spPr/>
      <dgm:t>
        <a:bodyPr/>
        <a:lstStyle/>
        <a:p>
          <a:endParaRPr lang="uk-UA"/>
        </a:p>
      </dgm:t>
    </dgm:pt>
    <dgm:pt modelId="{9FC33FC9-F59A-44E3-80AA-1454D91D8253}" type="sibTrans" cxnId="{E8458637-957F-450F-BDF6-2B349B01B98D}">
      <dgm:prSet/>
      <dgm:spPr/>
      <dgm:t>
        <a:bodyPr/>
        <a:lstStyle/>
        <a:p>
          <a:endParaRPr lang="uk-UA"/>
        </a:p>
      </dgm:t>
    </dgm:pt>
    <dgm:pt modelId="{3752FB88-0FD0-4EEE-9067-A73C50F0A1ED}">
      <dgm:prSet/>
      <dgm:spPr/>
      <dgm:t>
        <a:bodyPr/>
        <a:lstStyle/>
        <a:p>
          <a:pPr rtl="0"/>
          <a:r>
            <a:rPr lang="uk-UA" smtClean="0"/>
            <a:t>загальноприйнятої методики аналізу не існує;</a:t>
          </a:r>
          <a:endParaRPr lang="uk-UA"/>
        </a:p>
      </dgm:t>
    </dgm:pt>
    <dgm:pt modelId="{B761C0C0-6623-4441-AC7C-DAB1D01F070A}" type="parTrans" cxnId="{56488D6B-41B5-4346-AD56-3A4996C43FAD}">
      <dgm:prSet/>
      <dgm:spPr/>
      <dgm:t>
        <a:bodyPr/>
        <a:lstStyle/>
        <a:p>
          <a:endParaRPr lang="uk-UA"/>
        </a:p>
      </dgm:t>
    </dgm:pt>
    <dgm:pt modelId="{D0E4F0E2-CEE5-40AA-8E35-3B864EF00E06}" type="sibTrans" cxnId="{56488D6B-41B5-4346-AD56-3A4996C43FAD}">
      <dgm:prSet/>
      <dgm:spPr/>
      <dgm:t>
        <a:bodyPr/>
        <a:lstStyle/>
        <a:p>
          <a:endParaRPr lang="uk-UA"/>
        </a:p>
      </dgm:t>
    </dgm:pt>
    <dgm:pt modelId="{8FC47B9B-2F6B-43BE-9202-F06A04A504BF}">
      <dgm:prSet/>
      <dgm:spPr/>
      <dgm:t>
        <a:bodyPr/>
        <a:lstStyle/>
        <a:p>
          <a:pPr rtl="0"/>
          <a:r>
            <a:rPr lang="uk-UA" smtClean="0"/>
            <a:t>за суттю, ефективність оцінюється для трьох (іноді 1М) точок простору вхідних даних;</a:t>
          </a:r>
          <a:endParaRPr lang="uk-UA"/>
        </a:p>
      </dgm:t>
    </dgm:pt>
    <dgm:pt modelId="{FC1C1B17-8948-4003-B5F2-640D1780B24C}" type="parTrans" cxnId="{C79B99A1-FF04-486F-AAF2-C97D2B5E20D1}">
      <dgm:prSet/>
      <dgm:spPr/>
      <dgm:t>
        <a:bodyPr/>
        <a:lstStyle/>
        <a:p>
          <a:endParaRPr lang="uk-UA"/>
        </a:p>
      </dgm:t>
    </dgm:pt>
    <dgm:pt modelId="{FA32DF22-1296-4398-A684-062CF821C209}" type="sibTrans" cxnId="{C79B99A1-FF04-486F-AAF2-C97D2B5E20D1}">
      <dgm:prSet/>
      <dgm:spPr/>
      <dgm:t>
        <a:bodyPr/>
        <a:lstStyle/>
        <a:p>
          <a:endParaRPr lang="uk-UA"/>
        </a:p>
      </dgm:t>
    </dgm:pt>
    <dgm:pt modelId="{17C5785E-21EF-4B06-BAB5-734A2D7F3EFE}">
      <dgm:prSet/>
      <dgm:spPr/>
      <dgm:t>
        <a:bodyPr/>
        <a:lstStyle/>
        <a:p>
          <a:pPr rtl="0"/>
          <a:r>
            <a:rPr lang="uk-UA" smtClean="0"/>
            <a:t>при зміні області визначення або типу вхідних даних аналіз слід повторювати знову;</a:t>
          </a:r>
          <a:endParaRPr lang="uk-UA"/>
        </a:p>
      </dgm:t>
    </dgm:pt>
    <dgm:pt modelId="{4B43EC76-ACE6-46DC-993B-495ACF596308}" type="parTrans" cxnId="{64145493-C2A5-4226-9FAE-23836964188E}">
      <dgm:prSet/>
      <dgm:spPr/>
      <dgm:t>
        <a:bodyPr/>
        <a:lstStyle/>
        <a:p>
          <a:endParaRPr lang="uk-UA"/>
        </a:p>
      </dgm:t>
    </dgm:pt>
    <dgm:pt modelId="{EA2BFAF7-33CC-480F-BEFE-3C9F4E65C71A}" type="sibTrans" cxnId="{64145493-C2A5-4226-9FAE-23836964188E}">
      <dgm:prSet/>
      <dgm:spPr/>
      <dgm:t>
        <a:bodyPr/>
        <a:lstStyle/>
        <a:p>
          <a:endParaRPr lang="uk-UA"/>
        </a:p>
      </dgm:t>
    </dgm:pt>
    <dgm:pt modelId="{F21F784A-7965-4137-A419-1DCEC1F686F5}">
      <dgm:prSet/>
      <dgm:spPr/>
      <dgm:t>
        <a:bodyPr/>
        <a:lstStyle/>
        <a:p>
          <a:pPr rtl="0"/>
          <a:r>
            <a:rPr lang="uk-UA" smtClean="0"/>
            <a:t>оцінка у разі залежить від архітектури комп’ютера;</a:t>
          </a:r>
          <a:endParaRPr lang="uk-UA"/>
        </a:p>
      </dgm:t>
    </dgm:pt>
    <dgm:pt modelId="{E03031FA-6072-4252-93AB-308AE821B332}" type="parTrans" cxnId="{5A3E5524-720F-4610-A0DB-594112AA0977}">
      <dgm:prSet/>
      <dgm:spPr/>
      <dgm:t>
        <a:bodyPr/>
        <a:lstStyle/>
        <a:p>
          <a:endParaRPr lang="uk-UA"/>
        </a:p>
      </dgm:t>
    </dgm:pt>
    <dgm:pt modelId="{23CFF1F5-CF2C-4D08-A8C5-5A39FE342D5E}" type="sibTrans" cxnId="{5A3E5524-720F-4610-A0DB-594112AA0977}">
      <dgm:prSet/>
      <dgm:spPr/>
      <dgm:t>
        <a:bodyPr/>
        <a:lstStyle/>
        <a:p>
          <a:endParaRPr lang="uk-UA"/>
        </a:p>
      </dgm:t>
    </dgm:pt>
    <dgm:pt modelId="{E9762363-26F0-41E1-A065-F2C5E12596DE}">
      <dgm:prSet/>
      <dgm:spPr/>
      <dgm:t>
        <a:bodyPr/>
        <a:lstStyle/>
        <a:p>
          <a:pPr rtl="0"/>
          <a:r>
            <a:rPr lang="uk-UA" smtClean="0"/>
            <a:t>часова складність алгоритму залежить від особливостей вхідних даних;</a:t>
          </a:r>
          <a:endParaRPr lang="uk-UA"/>
        </a:p>
      </dgm:t>
    </dgm:pt>
    <dgm:pt modelId="{7D6B5F6F-DB2D-4F55-A43A-21C64A7FEDA8}" type="parTrans" cxnId="{F0DB6116-9629-402D-B716-CF2AA521B477}">
      <dgm:prSet/>
      <dgm:spPr/>
      <dgm:t>
        <a:bodyPr/>
        <a:lstStyle/>
        <a:p>
          <a:endParaRPr lang="uk-UA"/>
        </a:p>
      </dgm:t>
    </dgm:pt>
    <dgm:pt modelId="{5139E59B-6F39-4499-9D11-075636D30F8D}" type="sibTrans" cxnId="{F0DB6116-9629-402D-B716-CF2AA521B477}">
      <dgm:prSet/>
      <dgm:spPr/>
      <dgm:t>
        <a:bodyPr/>
        <a:lstStyle/>
        <a:p>
          <a:endParaRPr lang="uk-UA"/>
        </a:p>
      </dgm:t>
    </dgm:pt>
    <dgm:pt modelId="{3BADC490-32B6-47ED-998E-757B3CA8DA3D}">
      <dgm:prSet/>
      <dgm:spPr/>
      <dgm:t>
        <a:bodyPr/>
        <a:lstStyle/>
        <a:p>
          <a:pPr rtl="0"/>
          <a:r>
            <a:rPr lang="uk-UA" smtClean="0"/>
            <a:t>для конкретних даних час реалізації алгоритмів однакової часової складності може відрізнятися на порядок і більше.</a:t>
          </a:r>
          <a:endParaRPr lang="uk-UA"/>
        </a:p>
      </dgm:t>
    </dgm:pt>
    <dgm:pt modelId="{A4DEEE68-15C2-4333-9FF4-E84EE600476C}" type="parTrans" cxnId="{EB224364-5E4E-41EE-8833-05C4C33BC107}">
      <dgm:prSet/>
      <dgm:spPr/>
      <dgm:t>
        <a:bodyPr/>
        <a:lstStyle/>
        <a:p>
          <a:endParaRPr lang="uk-UA"/>
        </a:p>
      </dgm:t>
    </dgm:pt>
    <dgm:pt modelId="{7F726DB8-EA01-43A7-864B-7F018417E789}" type="sibTrans" cxnId="{EB224364-5E4E-41EE-8833-05C4C33BC107}">
      <dgm:prSet/>
      <dgm:spPr/>
      <dgm:t>
        <a:bodyPr/>
        <a:lstStyle/>
        <a:p>
          <a:endParaRPr lang="uk-UA"/>
        </a:p>
      </dgm:t>
    </dgm:pt>
    <dgm:pt modelId="{5CAB0AAA-7321-4421-96D1-5FBA1E55841F}" type="pres">
      <dgm:prSet presAssocID="{89C82283-F708-408E-89DB-AC8D1EC69A27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uk-UA"/>
        </a:p>
      </dgm:t>
    </dgm:pt>
    <dgm:pt modelId="{DFBD06FB-DC78-4404-9755-54E78BA91B86}" type="pres">
      <dgm:prSet presAssocID="{64AB74A2-210A-4876-A502-C2417CBEEF2C}" presName="thickLine" presStyleLbl="alignNode1" presStyleIdx="0" presStyleCnt="7"/>
      <dgm:spPr/>
    </dgm:pt>
    <dgm:pt modelId="{7CC7FCDE-F578-4005-88C7-3AF804023A83}" type="pres">
      <dgm:prSet presAssocID="{64AB74A2-210A-4876-A502-C2417CBEEF2C}" presName="horz1" presStyleCnt="0"/>
      <dgm:spPr/>
    </dgm:pt>
    <dgm:pt modelId="{D496C917-A2CB-4DBD-806D-819BA521802D}" type="pres">
      <dgm:prSet presAssocID="{64AB74A2-210A-4876-A502-C2417CBEEF2C}" presName="tx1" presStyleLbl="revTx" presStyleIdx="0" presStyleCnt="7"/>
      <dgm:spPr/>
      <dgm:t>
        <a:bodyPr/>
        <a:lstStyle/>
        <a:p>
          <a:endParaRPr lang="uk-UA"/>
        </a:p>
      </dgm:t>
    </dgm:pt>
    <dgm:pt modelId="{C3DC2FC3-D586-430D-866F-E0BB507B1FD7}" type="pres">
      <dgm:prSet presAssocID="{64AB74A2-210A-4876-A502-C2417CBEEF2C}" presName="vert1" presStyleCnt="0"/>
      <dgm:spPr/>
    </dgm:pt>
    <dgm:pt modelId="{8DDF446E-A1BB-42E5-8A08-8696C7B6BE43}" type="pres">
      <dgm:prSet presAssocID="{3752FB88-0FD0-4EEE-9067-A73C50F0A1ED}" presName="thickLine" presStyleLbl="alignNode1" presStyleIdx="1" presStyleCnt="7"/>
      <dgm:spPr/>
    </dgm:pt>
    <dgm:pt modelId="{A841B9AF-9195-4B6C-A1B5-FD8AA1A37DC3}" type="pres">
      <dgm:prSet presAssocID="{3752FB88-0FD0-4EEE-9067-A73C50F0A1ED}" presName="horz1" presStyleCnt="0"/>
      <dgm:spPr/>
    </dgm:pt>
    <dgm:pt modelId="{DB2332CC-5178-4A65-9E23-FD7DD6B833A5}" type="pres">
      <dgm:prSet presAssocID="{3752FB88-0FD0-4EEE-9067-A73C50F0A1ED}" presName="tx1" presStyleLbl="revTx" presStyleIdx="1" presStyleCnt="7"/>
      <dgm:spPr/>
      <dgm:t>
        <a:bodyPr/>
        <a:lstStyle/>
        <a:p>
          <a:endParaRPr lang="uk-UA"/>
        </a:p>
      </dgm:t>
    </dgm:pt>
    <dgm:pt modelId="{A59127FE-7FBC-44EA-B937-6492BE913316}" type="pres">
      <dgm:prSet presAssocID="{3752FB88-0FD0-4EEE-9067-A73C50F0A1ED}" presName="vert1" presStyleCnt="0"/>
      <dgm:spPr/>
    </dgm:pt>
    <dgm:pt modelId="{B85AAB5D-4088-4564-A82D-7EEE78F8AF23}" type="pres">
      <dgm:prSet presAssocID="{8FC47B9B-2F6B-43BE-9202-F06A04A504BF}" presName="thickLine" presStyleLbl="alignNode1" presStyleIdx="2" presStyleCnt="7"/>
      <dgm:spPr/>
    </dgm:pt>
    <dgm:pt modelId="{2D933309-FF04-43C3-B915-7BDF5D1A66D0}" type="pres">
      <dgm:prSet presAssocID="{8FC47B9B-2F6B-43BE-9202-F06A04A504BF}" presName="horz1" presStyleCnt="0"/>
      <dgm:spPr/>
    </dgm:pt>
    <dgm:pt modelId="{7BDCD7F8-A5FF-4EFB-83C8-D258927CD7C3}" type="pres">
      <dgm:prSet presAssocID="{8FC47B9B-2F6B-43BE-9202-F06A04A504BF}" presName="tx1" presStyleLbl="revTx" presStyleIdx="2" presStyleCnt="7"/>
      <dgm:spPr/>
      <dgm:t>
        <a:bodyPr/>
        <a:lstStyle/>
        <a:p>
          <a:endParaRPr lang="uk-UA"/>
        </a:p>
      </dgm:t>
    </dgm:pt>
    <dgm:pt modelId="{A80F80C7-F54E-4AC2-8856-103209FB7D88}" type="pres">
      <dgm:prSet presAssocID="{8FC47B9B-2F6B-43BE-9202-F06A04A504BF}" presName="vert1" presStyleCnt="0"/>
      <dgm:spPr/>
    </dgm:pt>
    <dgm:pt modelId="{25DBBFCF-4F57-41CC-B661-498782360BC8}" type="pres">
      <dgm:prSet presAssocID="{17C5785E-21EF-4B06-BAB5-734A2D7F3EFE}" presName="thickLine" presStyleLbl="alignNode1" presStyleIdx="3" presStyleCnt="7"/>
      <dgm:spPr/>
    </dgm:pt>
    <dgm:pt modelId="{820AF95D-D893-4302-8845-8D9A6344EEA0}" type="pres">
      <dgm:prSet presAssocID="{17C5785E-21EF-4B06-BAB5-734A2D7F3EFE}" presName="horz1" presStyleCnt="0"/>
      <dgm:spPr/>
    </dgm:pt>
    <dgm:pt modelId="{40974374-BE69-4318-96DC-560C095B88C6}" type="pres">
      <dgm:prSet presAssocID="{17C5785E-21EF-4B06-BAB5-734A2D7F3EFE}" presName="tx1" presStyleLbl="revTx" presStyleIdx="3" presStyleCnt="7"/>
      <dgm:spPr/>
      <dgm:t>
        <a:bodyPr/>
        <a:lstStyle/>
        <a:p>
          <a:endParaRPr lang="uk-UA"/>
        </a:p>
      </dgm:t>
    </dgm:pt>
    <dgm:pt modelId="{940EFA13-E3E7-4B5C-A6E9-8F372B117D95}" type="pres">
      <dgm:prSet presAssocID="{17C5785E-21EF-4B06-BAB5-734A2D7F3EFE}" presName="vert1" presStyleCnt="0"/>
      <dgm:spPr/>
    </dgm:pt>
    <dgm:pt modelId="{F39EFD08-910C-48CC-8D65-2DD28F0FC9F7}" type="pres">
      <dgm:prSet presAssocID="{F21F784A-7965-4137-A419-1DCEC1F686F5}" presName="thickLine" presStyleLbl="alignNode1" presStyleIdx="4" presStyleCnt="7"/>
      <dgm:spPr/>
    </dgm:pt>
    <dgm:pt modelId="{B689436C-5482-475A-A346-98A6D784C760}" type="pres">
      <dgm:prSet presAssocID="{F21F784A-7965-4137-A419-1DCEC1F686F5}" presName="horz1" presStyleCnt="0"/>
      <dgm:spPr/>
    </dgm:pt>
    <dgm:pt modelId="{D3CF58C3-C808-411D-8B0C-1EEE0185E1FC}" type="pres">
      <dgm:prSet presAssocID="{F21F784A-7965-4137-A419-1DCEC1F686F5}" presName="tx1" presStyleLbl="revTx" presStyleIdx="4" presStyleCnt="7"/>
      <dgm:spPr/>
      <dgm:t>
        <a:bodyPr/>
        <a:lstStyle/>
        <a:p>
          <a:endParaRPr lang="uk-UA"/>
        </a:p>
      </dgm:t>
    </dgm:pt>
    <dgm:pt modelId="{71CE1935-D39E-464F-9CC9-2397BCEB1B64}" type="pres">
      <dgm:prSet presAssocID="{F21F784A-7965-4137-A419-1DCEC1F686F5}" presName="vert1" presStyleCnt="0"/>
      <dgm:spPr/>
    </dgm:pt>
    <dgm:pt modelId="{9B7497E1-6C2B-4110-B29E-85AD78CC0A8A}" type="pres">
      <dgm:prSet presAssocID="{E9762363-26F0-41E1-A065-F2C5E12596DE}" presName="thickLine" presStyleLbl="alignNode1" presStyleIdx="5" presStyleCnt="7"/>
      <dgm:spPr/>
    </dgm:pt>
    <dgm:pt modelId="{C789533B-DF1A-4F09-B502-1152B765FFB7}" type="pres">
      <dgm:prSet presAssocID="{E9762363-26F0-41E1-A065-F2C5E12596DE}" presName="horz1" presStyleCnt="0"/>
      <dgm:spPr/>
    </dgm:pt>
    <dgm:pt modelId="{6CFD5567-6F01-4C6E-91F4-0BA94DD5C3D5}" type="pres">
      <dgm:prSet presAssocID="{E9762363-26F0-41E1-A065-F2C5E12596DE}" presName="tx1" presStyleLbl="revTx" presStyleIdx="5" presStyleCnt="7"/>
      <dgm:spPr/>
      <dgm:t>
        <a:bodyPr/>
        <a:lstStyle/>
        <a:p>
          <a:endParaRPr lang="uk-UA"/>
        </a:p>
      </dgm:t>
    </dgm:pt>
    <dgm:pt modelId="{938344F0-405E-46D9-AC64-4E0F7D1D7430}" type="pres">
      <dgm:prSet presAssocID="{E9762363-26F0-41E1-A065-F2C5E12596DE}" presName="vert1" presStyleCnt="0"/>
      <dgm:spPr/>
    </dgm:pt>
    <dgm:pt modelId="{4536059D-739F-437B-AD76-0B279A5AE22B}" type="pres">
      <dgm:prSet presAssocID="{3BADC490-32B6-47ED-998E-757B3CA8DA3D}" presName="thickLine" presStyleLbl="alignNode1" presStyleIdx="6" presStyleCnt="7"/>
      <dgm:spPr/>
    </dgm:pt>
    <dgm:pt modelId="{C74B1D2C-4E84-4CD3-833F-C960B01A8BFD}" type="pres">
      <dgm:prSet presAssocID="{3BADC490-32B6-47ED-998E-757B3CA8DA3D}" presName="horz1" presStyleCnt="0"/>
      <dgm:spPr/>
    </dgm:pt>
    <dgm:pt modelId="{D8670F6C-D21A-4103-8BDA-3E28096A0CC7}" type="pres">
      <dgm:prSet presAssocID="{3BADC490-32B6-47ED-998E-757B3CA8DA3D}" presName="tx1" presStyleLbl="revTx" presStyleIdx="6" presStyleCnt="7"/>
      <dgm:spPr/>
      <dgm:t>
        <a:bodyPr/>
        <a:lstStyle/>
        <a:p>
          <a:endParaRPr lang="uk-UA"/>
        </a:p>
      </dgm:t>
    </dgm:pt>
    <dgm:pt modelId="{50C2EBCA-E3BD-40FA-8262-CEF9792204AF}" type="pres">
      <dgm:prSet presAssocID="{3BADC490-32B6-47ED-998E-757B3CA8DA3D}" presName="vert1" presStyleCnt="0"/>
      <dgm:spPr/>
    </dgm:pt>
  </dgm:ptLst>
  <dgm:cxnLst>
    <dgm:cxn modelId="{56488D6B-41B5-4346-AD56-3A4996C43FAD}" srcId="{89C82283-F708-408E-89DB-AC8D1EC69A27}" destId="{3752FB88-0FD0-4EEE-9067-A73C50F0A1ED}" srcOrd="1" destOrd="0" parTransId="{B761C0C0-6623-4441-AC7C-DAB1D01F070A}" sibTransId="{D0E4F0E2-CEE5-40AA-8E35-3B864EF00E06}"/>
    <dgm:cxn modelId="{EB33611B-E196-4A4A-86F2-7C296C4E7D73}" type="presOf" srcId="{3BADC490-32B6-47ED-998E-757B3CA8DA3D}" destId="{D8670F6C-D21A-4103-8BDA-3E28096A0CC7}" srcOrd="0" destOrd="0" presId="urn:microsoft.com/office/officeart/2008/layout/LinedList"/>
    <dgm:cxn modelId="{BA810430-BDB0-4EE0-BCED-7467AE41534C}" type="presOf" srcId="{E9762363-26F0-41E1-A065-F2C5E12596DE}" destId="{6CFD5567-6F01-4C6E-91F4-0BA94DD5C3D5}" srcOrd="0" destOrd="0" presId="urn:microsoft.com/office/officeart/2008/layout/LinedList"/>
    <dgm:cxn modelId="{EB224364-5E4E-41EE-8833-05C4C33BC107}" srcId="{89C82283-F708-408E-89DB-AC8D1EC69A27}" destId="{3BADC490-32B6-47ED-998E-757B3CA8DA3D}" srcOrd="6" destOrd="0" parTransId="{A4DEEE68-15C2-4333-9FF4-E84EE600476C}" sibTransId="{7F726DB8-EA01-43A7-864B-7F018417E789}"/>
    <dgm:cxn modelId="{E8458637-957F-450F-BDF6-2B349B01B98D}" srcId="{89C82283-F708-408E-89DB-AC8D1EC69A27}" destId="{64AB74A2-210A-4876-A502-C2417CBEEF2C}" srcOrd="0" destOrd="0" parTransId="{7425D3C0-3CB6-4404-AA12-6C19EC5AD7BE}" sibTransId="{9FC33FC9-F59A-44E3-80AA-1454D91D8253}"/>
    <dgm:cxn modelId="{A4A5F78F-F5EB-4EBF-83E2-1C09F5ADDAE1}" type="presOf" srcId="{89C82283-F708-408E-89DB-AC8D1EC69A27}" destId="{5CAB0AAA-7321-4421-96D1-5FBA1E55841F}" srcOrd="0" destOrd="0" presId="urn:microsoft.com/office/officeart/2008/layout/LinedList"/>
    <dgm:cxn modelId="{870B0DD7-8C38-4BE0-B898-0A96BF22A1EE}" type="presOf" srcId="{3752FB88-0FD0-4EEE-9067-A73C50F0A1ED}" destId="{DB2332CC-5178-4A65-9E23-FD7DD6B833A5}" srcOrd="0" destOrd="0" presId="urn:microsoft.com/office/officeart/2008/layout/LinedList"/>
    <dgm:cxn modelId="{5A3E5524-720F-4610-A0DB-594112AA0977}" srcId="{89C82283-F708-408E-89DB-AC8D1EC69A27}" destId="{F21F784A-7965-4137-A419-1DCEC1F686F5}" srcOrd="4" destOrd="0" parTransId="{E03031FA-6072-4252-93AB-308AE821B332}" sibTransId="{23CFF1F5-CF2C-4D08-A8C5-5A39FE342D5E}"/>
    <dgm:cxn modelId="{20C63B03-0231-40CF-95B5-72E08C1B4168}" type="presOf" srcId="{17C5785E-21EF-4B06-BAB5-734A2D7F3EFE}" destId="{40974374-BE69-4318-96DC-560C095B88C6}" srcOrd="0" destOrd="0" presId="urn:microsoft.com/office/officeart/2008/layout/LinedList"/>
    <dgm:cxn modelId="{75266E17-F942-453B-8B3D-751ECF633DD3}" type="presOf" srcId="{64AB74A2-210A-4876-A502-C2417CBEEF2C}" destId="{D496C917-A2CB-4DBD-806D-819BA521802D}" srcOrd="0" destOrd="0" presId="urn:microsoft.com/office/officeart/2008/layout/LinedList"/>
    <dgm:cxn modelId="{64145493-C2A5-4226-9FAE-23836964188E}" srcId="{89C82283-F708-408E-89DB-AC8D1EC69A27}" destId="{17C5785E-21EF-4B06-BAB5-734A2D7F3EFE}" srcOrd="3" destOrd="0" parTransId="{4B43EC76-ACE6-46DC-993B-495ACF596308}" sibTransId="{EA2BFAF7-33CC-480F-BEFE-3C9F4E65C71A}"/>
    <dgm:cxn modelId="{80C93FDC-CE8B-4A9F-8ADF-F6BCC3C8ACD2}" type="presOf" srcId="{8FC47B9B-2F6B-43BE-9202-F06A04A504BF}" destId="{7BDCD7F8-A5FF-4EFB-83C8-D258927CD7C3}" srcOrd="0" destOrd="0" presId="urn:microsoft.com/office/officeart/2008/layout/LinedList"/>
    <dgm:cxn modelId="{F0DB6116-9629-402D-B716-CF2AA521B477}" srcId="{89C82283-F708-408E-89DB-AC8D1EC69A27}" destId="{E9762363-26F0-41E1-A065-F2C5E12596DE}" srcOrd="5" destOrd="0" parTransId="{7D6B5F6F-DB2D-4F55-A43A-21C64A7FEDA8}" sibTransId="{5139E59B-6F39-4499-9D11-075636D30F8D}"/>
    <dgm:cxn modelId="{C79B99A1-FF04-486F-AAF2-C97D2B5E20D1}" srcId="{89C82283-F708-408E-89DB-AC8D1EC69A27}" destId="{8FC47B9B-2F6B-43BE-9202-F06A04A504BF}" srcOrd="2" destOrd="0" parTransId="{FC1C1B17-8948-4003-B5F2-640D1780B24C}" sibTransId="{FA32DF22-1296-4398-A684-062CF821C209}"/>
    <dgm:cxn modelId="{A032153C-6E8B-48F7-A68C-E29150395311}" type="presOf" srcId="{F21F784A-7965-4137-A419-1DCEC1F686F5}" destId="{D3CF58C3-C808-411D-8B0C-1EEE0185E1FC}" srcOrd="0" destOrd="0" presId="urn:microsoft.com/office/officeart/2008/layout/LinedList"/>
    <dgm:cxn modelId="{44569423-4BA2-4239-A6DC-90F9B6D2AAA0}" type="presParOf" srcId="{5CAB0AAA-7321-4421-96D1-5FBA1E55841F}" destId="{DFBD06FB-DC78-4404-9755-54E78BA91B86}" srcOrd="0" destOrd="0" presId="urn:microsoft.com/office/officeart/2008/layout/LinedList"/>
    <dgm:cxn modelId="{62BD5055-D4A7-495C-834A-9C2EFE0E28FF}" type="presParOf" srcId="{5CAB0AAA-7321-4421-96D1-5FBA1E55841F}" destId="{7CC7FCDE-F578-4005-88C7-3AF804023A83}" srcOrd="1" destOrd="0" presId="urn:microsoft.com/office/officeart/2008/layout/LinedList"/>
    <dgm:cxn modelId="{D5C1BC70-76E0-4A00-BF00-326636EB1836}" type="presParOf" srcId="{7CC7FCDE-F578-4005-88C7-3AF804023A83}" destId="{D496C917-A2CB-4DBD-806D-819BA521802D}" srcOrd="0" destOrd="0" presId="urn:microsoft.com/office/officeart/2008/layout/LinedList"/>
    <dgm:cxn modelId="{11295BE7-94F2-4C92-954A-EFA270B31C94}" type="presParOf" srcId="{7CC7FCDE-F578-4005-88C7-3AF804023A83}" destId="{C3DC2FC3-D586-430D-866F-E0BB507B1FD7}" srcOrd="1" destOrd="0" presId="urn:microsoft.com/office/officeart/2008/layout/LinedList"/>
    <dgm:cxn modelId="{B6C18548-17CC-46D3-A346-ECF8BD94081C}" type="presParOf" srcId="{5CAB0AAA-7321-4421-96D1-5FBA1E55841F}" destId="{8DDF446E-A1BB-42E5-8A08-8696C7B6BE43}" srcOrd="2" destOrd="0" presId="urn:microsoft.com/office/officeart/2008/layout/LinedList"/>
    <dgm:cxn modelId="{798D020D-6C0C-4D19-886D-071F0A690CEA}" type="presParOf" srcId="{5CAB0AAA-7321-4421-96D1-5FBA1E55841F}" destId="{A841B9AF-9195-4B6C-A1B5-FD8AA1A37DC3}" srcOrd="3" destOrd="0" presId="urn:microsoft.com/office/officeart/2008/layout/LinedList"/>
    <dgm:cxn modelId="{E7D1E33C-259D-4911-A434-865BD2F0B8F7}" type="presParOf" srcId="{A841B9AF-9195-4B6C-A1B5-FD8AA1A37DC3}" destId="{DB2332CC-5178-4A65-9E23-FD7DD6B833A5}" srcOrd="0" destOrd="0" presId="urn:microsoft.com/office/officeart/2008/layout/LinedList"/>
    <dgm:cxn modelId="{8043CE37-64F8-44D8-97C5-0F22FABAFA09}" type="presParOf" srcId="{A841B9AF-9195-4B6C-A1B5-FD8AA1A37DC3}" destId="{A59127FE-7FBC-44EA-B937-6492BE913316}" srcOrd="1" destOrd="0" presId="urn:microsoft.com/office/officeart/2008/layout/LinedList"/>
    <dgm:cxn modelId="{3B7186C0-1928-44F9-923E-03C24E90D02B}" type="presParOf" srcId="{5CAB0AAA-7321-4421-96D1-5FBA1E55841F}" destId="{B85AAB5D-4088-4564-A82D-7EEE78F8AF23}" srcOrd="4" destOrd="0" presId="urn:microsoft.com/office/officeart/2008/layout/LinedList"/>
    <dgm:cxn modelId="{0DE59141-D24C-48B3-A74A-D67D7F9817C7}" type="presParOf" srcId="{5CAB0AAA-7321-4421-96D1-5FBA1E55841F}" destId="{2D933309-FF04-43C3-B915-7BDF5D1A66D0}" srcOrd="5" destOrd="0" presId="urn:microsoft.com/office/officeart/2008/layout/LinedList"/>
    <dgm:cxn modelId="{7D68FA10-FD09-4A53-873D-49F7756B93BE}" type="presParOf" srcId="{2D933309-FF04-43C3-B915-7BDF5D1A66D0}" destId="{7BDCD7F8-A5FF-4EFB-83C8-D258927CD7C3}" srcOrd="0" destOrd="0" presId="urn:microsoft.com/office/officeart/2008/layout/LinedList"/>
    <dgm:cxn modelId="{DB39E806-4640-40E4-8ABC-8088EFA36BEE}" type="presParOf" srcId="{2D933309-FF04-43C3-B915-7BDF5D1A66D0}" destId="{A80F80C7-F54E-4AC2-8856-103209FB7D88}" srcOrd="1" destOrd="0" presId="urn:microsoft.com/office/officeart/2008/layout/LinedList"/>
    <dgm:cxn modelId="{7A98FECC-D407-4C52-954E-E5137850E962}" type="presParOf" srcId="{5CAB0AAA-7321-4421-96D1-5FBA1E55841F}" destId="{25DBBFCF-4F57-41CC-B661-498782360BC8}" srcOrd="6" destOrd="0" presId="urn:microsoft.com/office/officeart/2008/layout/LinedList"/>
    <dgm:cxn modelId="{11CE4C40-950E-439D-AEB2-3AF405122394}" type="presParOf" srcId="{5CAB0AAA-7321-4421-96D1-5FBA1E55841F}" destId="{820AF95D-D893-4302-8845-8D9A6344EEA0}" srcOrd="7" destOrd="0" presId="urn:microsoft.com/office/officeart/2008/layout/LinedList"/>
    <dgm:cxn modelId="{0221B2CC-B882-450E-A085-E09D2B536FDB}" type="presParOf" srcId="{820AF95D-D893-4302-8845-8D9A6344EEA0}" destId="{40974374-BE69-4318-96DC-560C095B88C6}" srcOrd="0" destOrd="0" presId="urn:microsoft.com/office/officeart/2008/layout/LinedList"/>
    <dgm:cxn modelId="{8C977399-CC08-4235-9FDB-2EFD272E8A47}" type="presParOf" srcId="{820AF95D-D893-4302-8845-8D9A6344EEA0}" destId="{940EFA13-E3E7-4B5C-A6E9-8F372B117D95}" srcOrd="1" destOrd="0" presId="urn:microsoft.com/office/officeart/2008/layout/LinedList"/>
    <dgm:cxn modelId="{94346EBF-F3F3-41D3-8359-85F692E8F98B}" type="presParOf" srcId="{5CAB0AAA-7321-4421-96D1-5FBA1E55841F}" destId="{F39EFD08-910C-48CC-8D65-2DD28F0FC9F7}" srcOrd="8" destOrd="0" presId="urn:microsoft.com/office/officeart/2008/layout/LinedList"/>
    <dgm:cxn modelId="{7337D852-3F0E-4C4F-9B08-E94A0FDBCD8A}" type="presParOf" srcId="{5CAB0AAA-7321-4421-96D1-5FBA1E55841F}" destId="{B689436C-5482-475A-A346-98A6D784C760}" srcOrd="9" destOrd="0" presId="urn:microsoft.com/office/officeart/2008/layout/LinedList"/>
    <dgm:cxn modelId="{0C131FEE-A23C-495A-80EE-80B1D4A21E42}" type="presParOf" srcId="{B689436C-5482-475A-A346-98A6D784C760}" destId="{D3CF58C3-C808-411D-8B0C-1EEE0185E1FC}" srcOrd="0" destOrd="0" presId="urn:microsoft.com/office/officeart/2008/layout/LinedList"/>
    <dgm:cxn modelId="{4F24954C-71BD-4DF2-A507-B7D0D0AA9A28}" type="presParOf" srcId="{B689436C-5482-475A-A346-98A6D784C760}" destId="{71CE1935-D39E-464F-9CC9-2397BCEB1B64}" srcOrd="1" destOrd="0" presId="urn:microsoft.com/office/officeart/2008/layout/LinedList"/>
    <dgm:cxn modelId="{37A6AB62-E59D-49A7-BB74-3833711CD7BD}" type="presParOf" srcId="{5CAB0AAA-7321-4421-96D1-5FBA1E55841F}" destId="{9B7497E1-6C2B-4110-B29E-85AD78CC0A8A}" srcOrd="10" destOrd="0" presId="urn:microsoft.com/office/officeart/2008/layout/LinedList"/>
    <dgm:cxn modelId="{2F359A53-25BC-4D0F-B551-3191AA68722C}" type="presParOf" srcId="{5CAB0AAA-7321-4421-96D1-5FBA1E55841F}" destId="{C789533B-DF1A-4F09-B502-1152B765FFB7}" srcOrd="11" destOrd="0" presId="urn:microsoft.com/office/officeart/2008/layout/LinedList"/>
    <dgm:cxn modelId="{39F677F9-55DD-4330-BAF3-641C389F048E}" type="presParOf" srcId="{C789533B-DF1A-4F09-B502-1152B765FFB7}" destId="{6CFD5567-6F01-4C6E-91F4-0BA94DD5C3D5}" srcOrd="0" destOrd="0" presId="urn:microsoft.com/office/officeart/2008/layout/LinedList"/>
    <dgm:cxn modelId="{881471D9-DC7C-4591-8D6D-B560BE8174C1}" type="presParOf" srcId="{C789533B-DF1A-4F09-B502-1152B765FFB7}" destId="{938344F0-405E-46D9-AC64-4E0F7D1D7430}" srcOrd="1" destOrd="0" presId="urn:microsoft.com/office/officeart/2008/layout/LinedList"/>
    <dgm:cxn modelId="{2ED58327-1698-45F5-9B3C-DB3568341D07}" type="presParOf" srcId="{5CAB0AAA-7321-4421-96D1-5FBA1E55841F}" destId="{4536059D-739F-437B-AD76-0B279A5AE22B}" srcOrd="12" destOrd="0" presId="urn:microsoft.com/office/officeart/2008/layout/LinedList"/>
    <dgm:cxn modelId="{CD300D04-C932-4328-9D13-5CC6E36FBEFE}" type="presParOf" srcId="{5CAB0AAA-7321-4421-96D1-5FBA1E55841F}" destId="{C74B1D2C-4E84-4CD3-833F-C960B01A8BFD}" srcOrd="13" destOrd="0" presId="urn:microsoft.com/office/officeart/2008/layout/LinedList"/>
    <dgm:cxn modelId="{5D8A63D6-24D8-4972-B93A-F85733C868EB}" type="presParOf" srcId="{C74B1D2C-4E84-4CD3-833F-C960B01A8BFD}" destId="{D8670F6C-D21A-4103-8BDA-3E28096A0CC7}" srcOrd="0" destOrd="0" presId="urn:microsoft.com/office/officeart/2008/layout/LinedList"/>
    <dgm:cxn modelId="{453FD057-58C6-4AE8-BA3C-0D554325DA4C}" type="presParOf" srcId="{C74B1D2C-4E84-4CD3-833F-C960B01A8BFD}" destId="{50C2EBCA-E3BD-40FA-8262-CEF9792204A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E0B8047-45B5-4037-99AD-D470058233D3}" type="doc">
      <dgm:prSet loTypeId="urn:microsoft.com/office/officeart/2005/8/layout/vList2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39D7854E-B965-44D6-9E20-80935D31762E}">
      <dgm:prSet/>
      <dgm:spPr/>
      <dgm:t>
        <a:bodyPr/>
        <a:lstStyle/>
        <a:p>
          <a:pPr rtl="0"/>
          <a:r>
            <a:rPr lang="uk-UA" dirty="0" smtClean="0"/>
            <a:t>константний </a:t>
          </a:r>
          <a:r>
            <a:rPr lang="uk-UA" i="1" dirty="0" smtClean="0"/>
            <a:t>О(1)</a:t>
          </a:r>
          <a:endParaRPr lang="uk-UA" dirty="0"/>
        </a:p>
      </dgm:t>
    </dgm:pt>
    <dgm:pt modelId="{71E3CDD5-DDF1-454E-A644-01545D6806BB}" type="parTrans" cxnId="{C68B33B0-1744-4C4E-89D2-4DE72CCFCFA1}">
      <dgm:prSet/>
      <dgm:spPr/>
      <dgm:t>
        <a:bodyPr/>
        <a:lstStyle/>
        <a:p>
          <a:endParaRPr lang="uk-UA"/>
        </a:p>
      </dgm:t>
    </dgm:pt>
    <dgm:pt modelId="{D5C094EA-0ACA-4156-A914-A5359141957D}" type="sibTrans" cxnId="{C68B33B0-1744-4C4E-89D2-4DE72CCFCFA1}">
      <dgm:prSet/>
      <dgm:spPr/>
      <dgm:t>
        <a:bodyPr/>
        <a:lstStyle/>
        <a:p>
          <a:endParaRPr lang="uk-UA"/>
        </a:p>
      </dgm:t>
    </dgm:pt>
    <dgm:pt modelId="{7F970B7A-F070-4643-B2B3-0D831690DF5F}">
      <dgm:prSet/>
      <dgm:spPr/>
      <dgm:t>
        <a:bodyPr/>
        <a:lstStyle/>
        <a:p>
          <a:pPr rtl="0"/>
          <a:r>
            <a:rPr lang="uk-UA" dirty="0" smtClean="0"/>
            <a:t>лінійний </a:t>
          </a:r>
          <a:r>
            <a:rPr lang="uk-UA" i="1" dirty="0" smtClean="0"/>
            <a:t>О(</a:t>
          </a:r>
          <a:r>
            <a:rPr lang="en-US" i="1" dirty="0" smtClean="0"/>
            <a:t>n</a:t>
          </a:r>
          <a:r>
            <a:rPr lang="uk-UA" i="1" dirty="0" smtClean="0"/>
            <a:t>)</a:t>
          </a:r>
          <a:endParaRPr lang="uk-UA" dirty="0"/>
        </a:p>
      </dgm:t>
    </dgm:pt>
    <dgm:pt modelId="{1583BE92-2947-452C-A253-AF9F78C810B8}" type="parTrans" cxnId="{C7695B1A-E5D4-4292-95ED-3905374E44B1}">
      <dgm:prSet/>
      <dgm:spPr/>
      <dgm:t>
        <a:bodyPr/>
        <a:lstStyle/>
        <a:p>
          <a:endParaRPr lang="uk-UA"/>
        </a:p>
      </dgm:t>
    </dgm:pt>
    <dgm:pt modelId="{2924B22F-E352-47CF-8FEF-2253D66A7851}" type="sibTrans" cxnId="{C7695B1A-E5D4-4292-95ED-3905374E44B1}">
      <dgm:prSet/>
      <dgm:spPr/>
      <dgm:t>
        <a:bodyPr/>
        <a:lstStyle/>
        <a:p>
          <a:endParaRPr lang="uk-UA"/>
        </a:p>
      </dgm:t>
    </dgm:pt>
    <dgm:pt modelId="{C19AFEAB-49EC-4CC6-9231-24E7DE2B512D}">
      <dgm:prSet/>
      <dgm:spPr/>
      <dgm:t>
        <a:bodyPr/>
        <a:lstStyle/>
        <a:p>
          <a:pPr rtl="0"/>
          <a:r>
            <a:rPr lang="uk-UA" dirty="0" smtClean="0"/>
            <a:t>логарифмічний </a:t>
          </a:r>
          <a:r>
            <a:rPr lang="en-US" i="1" dirty="0" smtClean="0"/>
            <a:t>O(</a:t>
          </a:r>
          <a:r>
            <a:rPr lang="en-US" dirty="0" smtClean="0"/>
            <a:t>log</a:t>
          </a:r>
          <a:r>
            <a:rPr lang="en-US" i="1" dirty="0" smtClean="0"/>
            <a:t> n)</a:t>
          </a:r>
          <a:r>
            <a:rPr lang="uk-UA" dirty="0" smtClean="0"/>
            <a:t>)</a:t>
          </a:r>
          <a:endParaRPr lang="uk-UA" dirty="0"/>
        </a:p>
      </dgm:t>
    </dgm:pt>
    <dgm:pt modelId="{07CB5A15-47B7-409B-AF1C-A38D2EE1DC36}" type="parTrans" cxnId="{B3FA6A16-7473-4FDE-A656-FB0629D0CBAB}">
      <dgm:prSet/>
      <dgm:spPr/>
      <dgm:t>
        <a:bodyPr/>
        <a:lstStyle/>
        <a:p>
          <a:endParaRPr lang="uk-UA"/>
        </a:p>
      </dgm:t>
    </dgm:pt>
    <dgm:pt modelId="{3472CB71-0914-4187-9BD4-E3BFFBF603DC}" type="sibTrans" cxnId="{B3FA6A16-7473-4FDE-A656-FB0629D0CBAB}">
      <dgm:prSet/>
      <dgm:spPr/>
      <dgm:t>
        <a:bodyPr/>
        <a:lstStyle/>
        <a:p>
          <a:endParaRPr lang="uk-UA"/>
        </a:p>
      </dgm:t>
    </dgm:pt>
    <dgm:pt modelId="{310707EE-C0A3-419F-889F-7A6E3A5EA005}">
      <dgm:prSet/>
      <dgm:spPr/>
      <dgm:t>
        <a:bodyPr/>
        <a:lstStyle/>
        <a:p>
          <a:pPr rtl="0"/>
          <a:r>
            <a:rPr lang="uk-UA" dirty="0" err="1" smtClean="0"/>
            <a:t>лініарифметичний</a:t>
          </a:r>
          <a:r>
            <a:rPr lang="uk-UA" dirty="0" smtClean="0"/>
            <a:t> </a:t>
          </a:r>
          <a:r>
            <a:rPr lang="en-US" i="1" dirty="0" smtClean="0"/>
            <a:t>O(</a:t>
          </a:r>
          <a:r>
            <a:rPr lang="en-US" i="1" dirty="0" err="1" smtClean="0"/>
            <a:t>n·</a:t>
          </a:r>
          <a:r>
            <a:rPr lang="en-US" dirty="0" err="1" smtClean="0"/>
            <a:t>log</a:t>
          </a:r>
          <a:r>
            <a:rPr lang="en-US" i="1" dirty="0" smtClean="0"/>
            <a:t> n)</a:t>
          </a:r>
          <a:endParaRPr lang="uk-UA" dirty="0"/>
        </a:p>
      </dgm:t>
    </dgm:pt>
    <dgm:pt modelId="{26890F25-F5DF-4EA0-811C-8D130C12FB1A}" type="parTrans" cxnId="{A3A47D16-AEA3-4D83-80FC-97AFBEA58A18}">
      <dgm:prSet/>
      <dgm:spPr/>
      <dgm:t>
        <a:bodyPr/>
        <a:lstStyle/>
        <a:p>
          <a:endParaRPr lang="uk-UA"/>
        </a:p>
      </dgm:t>
    </dgm:pt>
    <dgm:pt modelId="{DBB3DA9F-51C1-4E6F-AB7E-EEA0CF7DCB54}" type="sibTrans" cxnId="{A3A47D16-AEA3-4D83-80FC-97AFBEA58A18}">
      <dgm:prSet/>
      <dgm:spPr/>
      <dgm:t>
        <a:bodyPr/>
        <a:lstStyle/>
        <a:p>
          <a:endParaRPr lang="uk-UA"/>
        </a:p>
      </dgm:t>
    </dgm:pt>
    <dgm:pt modelId="{52768F7C-3D69-4892-9374-0F54F7482D68}">
      <dgm:prSet/>
      <dgm:spPr/>
      <dgm:t>
        <a:bodyPr/>
        <a:lstStyle/>
        <a:p>
          <a:pPr rtl="0"/>
          <a:r>
            <a:rPr lang="uk-UA" dirty="0" smtClean="0"/>
            <a:t>квадратичний </a:t>
          </a:r>
          <a:r>
            <a:rPr lang="en-US" i="1" dirty="0" smtClean="0"/>
            <a:t>O(n^</a:t>
          </a:r>
          <a:r>
            <a:rPr lang="uk-UA" i="1" dirty="0" smtClean="0"/>
            <a:t>2</a:t>
          </a:r>
          <a:r>
            <a:rPr lang="en-US" i="1" dirty="0" smtClean="0"/>
            <a:t>)</a:t>
          </a:r>
          <a:endParaRPr lang="uk-UA" dirty="0"/>
        </a:p>
      </dgm:t>
    </dgm:pt>
    <dgm:pt modelId="{AD7AA715-A690-442F-B24B-6C0E45B6F4FC}" type="parTrans" cxnId="{46B1DD53-FB8B-4801-8B9C-A032B51BD10F}">
      <dgm:prSet/>
      <dgm:spPr/>
      <dgm:t>
        <a:bodyPr/>
        <a:lstStyle/>
        <a:p>
          <a:endParaRPr lang="uk-UA"/>
        </a:p>
      </dgm:t>
    </dgm:pt>
    <dgm:pt modelId="{92CC6C4C-7BA7-40BB-92CF-46C02F6C5DD5}" type="sibTrans" cxnId="{46B1DD53-FB8B-4801-8B9C-A032B51BD10F}">
      <dgm:prSet/>
      <dgm:spPr/>
      <dgm:t>
        <a:bodyPr/>
        <a:lstStyle/>
        <a:p>
          <a:endParaRPr lang="uk-UA"/>
        </a:p>
      </dgm:t>
    </dgm:pt>
    <dgm:pt modelId="{FA2250D9-4CBC-49C9-B20C-80A550F0664A}">
      <dgm:prSet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  <dgm:t>
        <a:bodyPr/>
        <a:lstStyle/>
        <a:p>
          <a:pPr rtl="0"/>
          <a:r>
            <a:rPr lang="en-US" dirty="0" smtClean="0"/>
            <a:t>P, NP – </a:t>
          </a:r>
          <a:r>
            <a:rPr lang="uk-UA" noProof="0" dirty="0" smtClean="0"/>
            <a:t>обмежені та необмежені поліноміальної </a:t>
          </a:r>
          <a:r>
            <a:rPr lang="uk-UA" noProof="0" dirty="0" err="1" smtClean="0"/>
            <a:t>асимптотикою</a:t>
          </a:r>
          <a:endParaRPr lang="uk-UA" noProof="0" dirty="0"/>
        </a:p>
      </dgm:t>
    </dgm:pt>
    <dgm:pt modelId="{2538DC66-97FC-4045-BF31-C9974D5D5B41}" type="parTrans" cxnId="{4FE7E5BF-3928-49C0-BDFA-36CEC050F4FE}">
      <dgm:prSet/>
      <dgm:spPr/>
      <dgm:t>
        <a:bodyPr/>
        <a:lstStyle/>
        <a:p>
          <a:endParaRPr lang="uk-UA"/>
        </a:p>
      </dgm:t>
    </dgm:pt>
    <dgm:pt modelId="{27568855-11E8-48DA-BB42-2E6B83A2C15A}" type="sibTrans" cxnId="{4FE7E5BF-3928-49C0-BDFA-36CEC050F4FE}">
      <dgm:prSet/>
      <dgm:spPr/>
      <dgm:t>
        <a:bodyPr/>
        <a:lstStyle/>
        <a:p>
          <a:endParaRPr lang="uk-UA"/>
        </a:p>
      </dgm:t>
    </dgm:pt>
    <dgm:pt modelId="{5200A4C9-C484-4AF3-A7EA-0BD0E84AB431}" type="pres">
      <dgm:prSet presAssocID="{3E0B8047-45B5-4037-99AD-D470058233D3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uk-UA"/>
        </a:p>
      </dgm:t>
    </dgm:pt>
    <dgm:pt modelId="{872890DC-A519-4D48-91F0-178FC1EF403C}" type="pres">
      <dgm:prSet presAssocID="{39D7854E-B965-44D6-9E20-80935D31762E}" presName="parentText" presStyleLbl="node1" presStyleIdx="0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6B968396-760B-46C4-A92A-5BD30F781958}" type="pres">
      <dgm:prSet presAssocID="{D5C094EA-0ACA-4156-A914-A5359141957D}" presName="spacer" presStyleCnt="0"/>
      <dgm:spPr/>
    </dgm:pt>
    <dgm:pt modelId="{134CC115-B645-4E86-9DA1-C780ADFE9D67}" type="pres">
      <dgm:prSet presAssocID="{7F970B7A-F070-4643-B2B3-0D831690DF5F}" presName="parentText" presStyleLbl="node1" presStyleIdx="1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83D3EE46-66CB-4F2C-BF82-49ECA7E082D0}" type="pres">
      <dgm:prSet presAssocID="{2924B22F-E352-47CF-8FEF-2253D66A7851}" presName="spacer" presStyleCnt="0"/>
      <dgm:spPr/>
    </dgm:pt>
    <dgm:pt modelId="{B41FF809-20E1-430C-B36C-CF78077F9ACF}" type="pres">
      <dgm:prSet presAssocID="{C19AFEAB-49EC-4CC6-9231-24E7DE2B512D}" presName="parentText" presStyleLbl="node1" presStyleIdx="2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11B9CC15-DAC6-41BB-BF59-02D09C2E04F6}" type="pres">
      <dgm:prSet presAssocID="{3472CB71-0914-4187-9BD4-E3BFFBF603DC}" presName="spacer" presStyleCnt="0"/>
      <dgm:spPr/>
    </dgm:pt>
    <dgm:pt modelId="{192D185E-0E7E-4C17-848D-C6A6B504A3DF}" type="pres">
      <dgm:prSet presAssocID="{310707EE-C0A3-419F-889F-7A6E3A5EA005}" presName="parentText" presStyleLbl="node1" presStyleIdx="3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FB8543DD-6BDF-44B9-88AB-368683D51F65}" type="pres">
      <dgm:prSet presAssocID="{DBB3DA9F-51C1-4E6F-AB7E-EEA0CF7DCB54}" presName="spacer" presStyleCnt="0"/>
      <dgm:spPr/>
    </dgm:pt>
    <dgm:pt modelId="{851750B3-2D37-485B-95F9-477554C921C4}" type="pres">
      <dgm:prSet presAssocID="{52768F7C-3D69-4892-9374-0F54F7482D68}" presName="parentText" presStyleLbl="node1" presStyleIdx="4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07F3E9DB-8012-42D8-B113-DDA86F8B753F}" type="pres">
      <dgm:prSet presAssocID="{92CC6C4C-7BA7-40BB-92CF-46C02F6C5DD5}" presName="spacer" presStyleCnt="0"/>
      <dgm:spPr/>
    </dgm:pt>
    <dgm:pt modelId="{F7B13451-4405-4497-A1CD-14CA410020D6}" type="pres">
      <dgm:prSet presAssocID="{FA2250D9-4CBC-49C9-B20C-80A550F0664A}" presName="parentText" presStyleLbl="node1" presStyleIdx="5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uk-UA"/>
        </a:p>
      </dgm:t>
    </dgm:pt>
  </dgm:ptLst>
  <dgm:cxnLst>
    <dgm:cxn modelId="{F8C2FCD2-4042-41B3-8579-F09FE4B86FBC}" type="presOf" srcId="{3E0B8047-45B5-4037-99AD-D470058233D3}" destId="{5200A4C9-C484-4AF3-A7EA-0BD0E84AB431}" srcOrd="0" destOrd="0" presId="urn:microsoft.com/office/officeart/2005/8/layout/vList2"/>
    <dgm:cxn modelId="{46B1DD53-FB8B-4801-8B9C-A032B51BD10F}" srcId="{3E0B8047-45B5-4037-99AD-D470058233D3}" destId="{52768F7C-3D69-4892-9374-0F54F7482D68}" srcOrd="4" destOrd="0" parTransId="{AD7AA715-A690-442F-B24B-6C0E45B6F4FC}" sibTransId="{92CC6C4C-7BA7-40BB-92CF-46C02F6C5DD5}"/>
    <dgm:cxn modelId="{C7695B1A-E5D4-4292-95ED-3905374E44B1}" srcId="{3E0B8047-45B5-4037-99AD-D470058233D3}" destId="{7F970B7A-F070-4643-B2B3-0D831690DF5F}" srcOrd="1" destOrd="0" parTransId="{1583BE92-2947-452C-A253-AF9F78C810B8}" sibTransId="{2924B22F-E352-47CF-8FEF-2253D66A7851}"/>
    <dgm:cxn modelId="{BDF926DD-1185-4E83-A806-0ECA4919E597}" type="presOf" srcId="{FA2250D9-4CBC-49C9-B20C-80A550F0664A}" destId="{F7B13451-4405-4497-A1CD-14CA410020D6}" srcOrd="0" destOrd="0" presId="urn:microsoft.com/office/officeart/2005/8/layout/vList2"/>
    <dgm:cxn modelId="{0789B1E1-4947-453A-BBFE-3E7FE1A2C2A5}" type="presOf" srcId="{C19AFEAB-49EC-4CC6-9231-24E7DE2B512D}" destId="{B41FF809-20E1-430C-B36C-CF78077F9ACF}" srcOrd="0" destOrd="0" presId="urn:microsoft.com/office/officeart/2005/8/layout/vList2"/>
    <dgm:cxn modelId="{EF58926C-3A46-4669-BDFF-0D5616F317B6}" type="presOf" srcId="{39D7854E-B965-44D6-9E20-80935D31762E}" destId="{872890DC-A519-4D48-91F0-178FC1EF403C}" srcOrd="0" destOrd="0" presId="urn:microsoft.com/office/officeart/2005/8/layout/vList2"/>
    <dgm:cxn modelId="{B3FA6A16-7473-4FDE-A656-FB0629D0CBAB}" srcId="{3E0B8047-45B5-4037-99AD-D470058233D3}" destId="{C19AFEAB-49EC-4CC6-9231-24E7DE2B512D}" srcOrd="2" destOrd="0" parTransId="{07CB5A15-47B7-409B-AF1C-A38D2EE1DC36}" sibTransId="{3472CB71-0914-4187-9BD4-E3BFFBF603DC}"/>
    <dgm:cxn modelId="{4FE7E5BF-3928-49C0-BDFA-36CEC050F4FE}" srcId="{3E0B8047-45B5-4037-99AD-D470058233D3}" destId="{FA2250D9-4CBC-49C9-B20C-80A550F0664A}" srcOrd="5" destOrd="0" parTransId="{2538DC66-97FC-4045-BF31-C9974D5D5B41}" sibTransId="{27568855-11E8-48DA-BB42-2E6B83A2C15A}"/>
    <dgm:cxn modelId="{A3A47D16-AEA3-4D83-80FC-97AFBEA58A18}" srcId="{3E0B8047-45B5-4037-99AD-D470058233D3}" destId="{310707EE-C0A3-419F-889F-7A6E3A5EA005}" srcOrd="3" destOrd="0" parTransId="{26890F25-F5DF-4EA0-811C-8D130C12FB1A}" sibTransId="{DBB3DA9F-51C1-4E6F-AB7E-EEA0CF7DCB54}"/>
    <dgm:cxn modelId="{3FEECB22-20CC-49E3-89F6-CD02D0F0B237}" type="presOf" srcId="{7F970B7A-F070-4643-B2B3-0D831690DF5F}" destId="{134CC115-B645-4E86-9DA1-C780ADFE9D67}" srcOrd="0" destOrd="0" presId="urn:microsoft.com/office/officeart/2005/8/layout/vList2"/>
    <dgm:cxn modelId="{C68B33B0-1744-4C4E-89D2-4DE72CCFCFA1}" srcId="{3E0B8047-45B5-4037-99AD-D470058233D3}" destId="{39D7854E-B965-44D6-9E20-80935D31762E}" srcOrd="0" destOrd="0" parTransId="{71E3CDD5-DDF1-454E-A644-01545D6806BB}" sibTransId="{D5C094EA-0ACA-4156-A914-A5359141957D}"/>
    <dgm:cxn modelId="{D608E71F-E4A5-409F-B8B6-E8B47DD8719D}" type="presOf" srcId="{52768F7C-3D69-4892-9374-0F54F7482D68}" destId="{851750B3-2D37-485B-95F9-477554C921C4}" srcOrd="0" destOrd="0" presId="urn:microsoft.com/office/officeart/2005/8/layout/vList2"/>
    <dgm:cxn modelId="{A396A37B-FA1E-438F-9951-BE9F54CD9AF8}" type="presOf" srcId="{310707EE-C0A3-419F-889F-7A6E3A5EA005}" destId="{192D185E-0E7E-4C17-848D-C6A6B504A3DF}" srcOrd="0" destOrd="0" presId="urn:microsoft.com/office/officeart/2005/8/layout/vList2"/>
    <dgm:cxn modelId="{F471179B-6AFA-4B86-B5F6-FF29A4104FEC}" type="presParOf" srcId="{5200A4C9-C484-4AF3-A7EA-0BD0E84AB431}" destId="{872890DC-A519-4D48-91F0-178FC1EF403C}" srcOrd="0" destOrd="0" presId="urn:microsoft.com/office/officeart/2005/8/layout/vList2"/>
    <dgm:cxn modelId="{57BD0AB1-652B-4FE6-AD11-3D68E7BCDD50}" type="presParOf" srcId="{5200A4C9-C484-4AF3-A7EA-0BD0E84AB431}" destId="{6B968396-760B-46C4-A92A-5BD30F781958}" srcOrd="1" destOrd="0" presId="urn:microsoft.com/office/officeart/2005/8/layout/vList2"/>
    <dgm:cxn modelId="{A4E5F17F-F7D2-4802-B648-06070EBBEAF1}" type="presParOf" srcId="{5200A4C9-C484-4AF3-A7EA-0BD0E84AB431}" destId="{134CC115-B645-4E86-9DA1-C780ADFE9D67}" srcOrd="2" destOrd="0" presId="urn:microsoft.com/office/officeart/2005/8/layout/vList2"/>
    <dgm:cxn modelId="{B4636E9C-6368-418F-B1BE-1EA6254FA227}" type="presParOf" srcId="{5200A4C9-C484-4AF3-A7EA-0BD0E84AB431}" destId="{83D3EE46-66CB-4F2C-BF82-49ECA7E082D0}" srcOrd="3" destOrd="0" presId="urn:microsoft.com/office/officeart/2005/8/layout/vList2"/>
    <dgm:cxn modelId="{0362A772-EA8D-4325-BDBE-A9828A16B97E}" type="presParOf" srcId="{5200A4C9-C484-4AF3-A7EA-0BD0E84AB431}" destId="{B41FF809-20E1-430C-B36C-CF78077F9ACF}" srcOrd="4" destOrd="0" presId="urn:microsoft.com/office/officeart/2005/8/layout/vList2"/>
    <dgm:cxn modelId="{CBD3E691-227E-4DC6-A0EB-B05EE35020F1}" type="presParOf" srcId="{5200A4C9-C484-4AF3-A7EA-0BD0E84AB431}" destId="{11B9CC15-DAC6-41BB-BF59-02D09C2E04F6}" srcOrd="5" destOrd="0" presId="urn:microsoft.com/office/officeart/2005/8/layout/vList2"/>
    <dgm:cxn modelId="{102C8A08-FAA7-4FC3-B9AC-98399C2787C6}" type="presParOf" srcId="{5200A4C9-C484-4AF3-A7EA-0BD0E84AB431}" destId="{192D185E-0E7E-4C17-848D-C6A6B504A3DF}" srcOrd="6" destOrd="0" presId="urn:microsoft.com/office/officeart/2005/8/layout/vList2"/>
    <dgm:cxn modelId="{3DC23277-F34B-465F-8CDE-5F437D1BB02D}" type="presParOf" srcId="{5200A4C9-C484-4AF3-A7EA-0BD0E84AB431}" destId="{FB8543DD-6BDF-44B9-88AB-368683D51F65}" srcOrd="7" destOrd="0" presId="urn:microsoft.com/office/officeart/2005/8/layout/vList2"/>
    <dgm:cxn modelId="{9EFE9A46-C799-42F6-9D41-603C9AECC98D}" type="presParOf" srcId="{5200A4C9-C484-4AF3-A7EA-0BD0E84AB431}" destId="{851750B3-2D37-485B-95F9-477554C921C4}" srcOrd="8" destOrd="0" presId="urn:microsoft.com/office/officeart/2005/8/layout/vList2"/>
    <dgm:cxn modelId="{A134E6FF-5F34-4D43-ACAA-4B48D87F86AA}" type="presParOf" srcId="{5200A4C9-C484-4AF3-A7EA-0BD0E84AB431}" destId="{07F3E9DB-8012-42D8-B113-DDA86F8B753F}" srcOrd="9" destOrd="0" presId="urn:microsoft.com/office/officeart/2005/8/layout/vList2"/>
    <dgm:cxn modelId="{F745CB9E-86AF-44FA-B4B5-2AAF40838C5A}" type="presParOf" srcId="{5200A4C9-C484-4AF3-A7EA-0BD0E84AB431}" destId="{F7B13451-4405-4497-A1CD-14CA410020D6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63AF7C3-CAAA-4A46-AEAE-6EEA59629533}" type="doc">
      <dgm:prSet loTypeId="urn:microsoft.com/office/officeart/2005/8/layout/vList2" loCatId="list" qsTypeId="urn:microsoft.com/office/officeart/2005/8/quickstyle/simple3" qsCatId="simple" csTypeId="urn:microsoft.com/office/officeart/2005/8/colors/accent1_2" csCatId="accent1"/>
      <dgm:spPr/>
      <dgm:t>
        <a:bodyPr/>
        <a:lstStyle/>
        <a:p>
          <a:endParaRPr lang="uk-UA"/>
        </a:p>
      </dgm:t>
    </dgm:pt>
    <dgm:pt modelId="{AE6B839F-8F17-44FD-93A8-E635B1215DD8}">
      <dgm:prSet/>
      <dgm:spPr/>
      <dgm:t>
        <a:bodyPr/>
        <a:lstStyle/>
        <a:p>
          <a:pPr rtl="0"/>
          <a:r>
            <a:rPr lang="uk-UA" smtClean="0"/>
            <a:t>Вплив представлення даних (розміщення, розрядність);</a:t>
          </a:r>
          <a:endParaRPr lang="uk-UA"/>
        </a:p>
      </dgm:t>
    </dgm:pt>
    <dgm:pt modelId="{09853B61-641F-4B99-952A-B44B384D8179}" type="parTrans" cxnId="{DE7DA2D6-22B8-4739-AC5A-D3EC5012E84B}">
      <dgm:prSet/>
      <dgm:spPr/>
      <dgm:t>
        <a:bodyPr/>
        <a:lstStyle/>
        <a:p>
          <a:endParaRPr lang="uk-UA"/>
        </a:p>
      </dgm:t>
    </dgm:pt>
    <dgm:pt modelId="{E6B53BAD-F515-430B-868D-12677F1A52E2}" type="sibTrans" cxnId="{DE7DA2D6-22B8-4739-AC5A-D3EC5012E84B}">
      <dgm:prSet/>
      <dgm:spPr/>
      <dgm:t>
        <a:bodyPr/>
        <a:lstStyle/>
        <a:p>
          <a:endParaRPr lang="uk-UA"/>
        </a:p>
      </dgm:t>
    </dgm:pt>
    <dgm:pt modelId="{D901A8A2-4D60-43D2-B539-5624CE470F98}">
      <dgm:prSet/>
      <dgm:spPr/>
      <dgm:t>
        <a:bodyPr/>
        <a:lstStyle/>
        <a:p>
          <a:pPr rtl="0"/>
          <a:r>
            <a:rPr lang="uk-UA" smtClean="0"/>
            <a:t>Конструктивні особливості архітектури процесорів та пам'яті: конвеєрна обробка команд, багаторівнева організація пам'яті та загалом складність усіх технічних засобів з їх численними модифікаціями;</a:t>
          </a:r>
          <a:endParaRPr lang="uk-UA"/>
        </a:p>
      </dgm:t>
    </dgm:pt>
    <dgm:pt modelId="{74518873-46FC-490A-9BD6-61647715C434}" type="parTrans" cxnId="{775A67BC-7265-4B66-9F2D-46A3F78ABBF1}">
      <dgm:prSet/>
      <dgm:spPr/>
      <dgm:t>
        <a:bodyPr/>
        <a:lstStyle/>
        <a:p>
          <a:endParaRPr lang="uk-UA"/>
        </a:p>
      </dgm:t>
    </dgm:pt>
    <dgm:pt modelId="{EABE8733-D569-46FD-AFA5-7CD01E8E26A0}" type="sibTrans" cxnId="{775A67BC-7265-4B66-9F2D-46A3F78ABBF1}">
      <dgm:prSet/>
      <dgm:spPr/>
      <dgm:t>
        <a:bodyPr/>
        <a:lstStyle/>
        <a:p>
          <a:endParaRPr lang="uk-UA"/>
        </a:p>
      </dgm:t>
    </dgm:pt>
    <dgm:pt modelId="{BB54C2A6-AD56-4288-8C7E-B04102A142D5}">
      <dgm:prSet/>
      <dgm:spPr/>
      <dgm:t>
        <a:bodyPr/>
        <a:lstStyle/>
        <a:p>
          <a:pPr rtl="0"/>
          <a:r>
            <a:rPr lang="uk-UA" smtClean="0"/>
            <a:t>Обсяг</a:t>
          </a:r>
          <a:r>
            <a:rPr lang="ru-RU" smtClean="0"/>
            <a:t> та порядок </a:t>
          </a:r>
          <a:r>
            <a:rPr lang="uk-UA" smtClean="0"/>
            <a:t>використання регістрової, кеш-пам'яті, оперативної та віртуальної (на зовнішніх носіях) пам'яті.</a:t>
          </a:r>
          <a:endParaRPr lang="uk-UA"/>
        </a:p>
      </dgm:t>
    </dgm:pt>
    <dgm:pt modelId="{27B6CA6D-3AC7-4A0D-869D-6D4CB907E17F}" type="parTrans" cxnId="{82F888AB-9AB4-4A6A-8424-2F1D0FBAE522}">
      <dgm:prSet/>
      <dgm:spPr/>
      <dgm:t>
        <a:bodyPr/>
        <a:lstStyle/>
        <a:p>
          <a:endParaRPr lang="uk-UA"/>
        </a:p>
      </dgm:t>
    </dgm:pt>
    <dgm:pt modelId="{C084EA42-5DC9-4745-92AA-B1A3ECC86732}" type="sibTrans" cxnId="{82F888AB-9AB4-4A6A-8424-2F1D0FBAE522}">
      <dgm:prSet/>
      <dgm:spPr/>
      <dgm:t>
        <a:bodyPr/>
        <a:lstStyle/>
        <a:p>
          <a:endParaRPr lang="uk-UA"/>
        </a:p>
      </dgm:t>
    </dgm:pt>
    <dgm:pt modelId="{0D7A4CB7-3B25-4664-99BD-4027953F8C98}" type="pres">
      <dgm:prSet presAssocID="{363AF7C3-CAAA-4A46-AEAE-6EEA59629533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uk-UA"/>
        </a:p>
      </dgm:t>
    </dgm:pt>
    <dgm:pt modelId="{BF662A48-B7A5-421D-B7A5-F060901842EC}" type="pres">
      <dgm:prSet presAssocID="{AE6B839F-8F17-44FD-93A8-E635B1215DD8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8439AAD4-1394-40A4-99FF-2BC73F2B13E4}" type="pres">
      <dgm:prSet presAssocID="{E6B53BAD-F515-430B-868D-12677F1A52E2}" presName="spacer" presStyleCnt="0"/>
      <dgm:spPr/>
    </dgm:pt>
    <dgm:pt modelId="{3CB1EAD4-10EE-434D-BB2D-5DDD536739F4}" type="pres">
      <dgm:prSet presAssocID="{D901A8A2-4D60-43D2-B539-5624CE470F98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155B7032-3661-4828-983B-96ADF75B3240}" type="pres">
      <dgm:prSet presAssocID="{EABE8733-D569-46FD-AFA5-7CD01E8E26A0}" presName="spacer" presStyleCnt="0"/>
      <dgm:spPr/>
    </dgm:pt>
    <dgm:pt modelId="{D9968B8B-DB40-4CFE-96CA-159453CF691F}" type="pres">
      <dgm:prSet presAssocID="{BB54C2A6-AD56-4288-8C7E-B04102A142D5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uk-UA"/>
        </a:p>
      </dgm:t>
    </dgm:pt>
  </dgm:ptLst>
  <dgm:cxnLst>
    <dgm:cxn modelId="{03522FB9-3389-4399-B881-EF81B3834AC1}" type="presOf" srcId="{D901A8A2-4D60-43D2-B539-5624CE470F98}" destId="{3CB1EAD4-10EE-434D-BB2D-5DDD536739F4}" srcOrd="0" destOrd="0" presId="urn:microsoft.com/office/officeart/2005/8/layout/vList2"/>
    <dgm:cxn modelId="{066126B0-4EEE-4706-A69A-06FFFFA7AE3D}" type="presOf" srcId="{AE6B839F-8F17-44FD-93A8-E635B1215DD8}" destId="{BF662A48-B7A5-421D-B7A5-F060901842EC}" srcOrd="0" destOrd="0" presId="urn:microsoft.com/office/officeart/2005/8/layout/vList2"/>
    <dgm:cxn modelId="{DE7DA2D6-22B8-4739-AC5A-D3EC5012E84B}" srcId="{363AF7C3-CAAA-4A46-AEAE-6EEA59629533}" destId="{AE6B839F-8F17-44FD-93A8-E635B1215DD8}" srcOrd="0" destOrd="0" parTransId="{09853B61-641F-4B99-952A-B44B384D8179}" sibTransId="{E6B53BAD-F515-430B-868D-12677F1A52E2}"/>
    <dgm:cxn modelId="{775A67BC-7265-4B66-9F2D-46A3F78ABBF1}" srcId="{363AF7C3-CAAA-4A46-AEAE-6EEA59629533}" destId="{D901A8A2-4D60-43D2-B539-5624CE470F98}" srcOrd="1" destOrd="0" parTransId="{74518873-46FC-490A-9BD6-61647715C434}" sibTransId="{EABE8733-D569-46FD-AFA5-7CD01E8E26A0}"/>
    <dgm:cxn modelId="{5F7BF36D-4241-40B9-AA4F-76F9B1A05BA5}" type="presOf" srcId="{363AF7C3-CAAA-4A46-AEAE-6EEA59629533}" destId="{0D7A4CB7-3B25-4664-99BD-4027953F8C98}" srcOrd="0" destOrd="0" presId="urn:microsoft.com/office/officeart/2005/8/layout/vList2"/>
    <dgm:cxn modelId="{DEB5A3BA-7E67-42AB-9E5C-E39C38FDC9B3}" type="presOf" srcId="{BB54C2A6-AD56-4288-8C7E-B04102A142D5}" destId="{D9968B8B-DB40-4CFE-96CA-159453CF691F}" srcOrd="0" destOrd="0" presId="urn:microsoft.com/office/officeart/2005/8/layout/vList2"/>
    <dgm:cxn modelId="{82F888AB-9AB4-4A6A-8424-2F1D0FBAE522}" srcId="{363AF7C3-CAAA-4A46-AEAE-6EEA59629533}" destId="{BB54C2A6-AD56-4288-8C7E-B04102A142D5}" srcOrd="2" destOrd="0" parTransId="{27B6CA6D-3AC7-4A0D-869D-6D4CB907E17F}" sibTransId="{C084EA42-5DC9-4745-92AA-B1A3ECC86732}"/>
    <dgm:cxn modelId="{C1D091DE-D33D-4CA4-B1AA-E6B8950649F9}" type="presParOf" srcId="{0D7A4CB7-3B25-4664-99BD-4027953F8C98}" destId="{BF662A48-B7A5-421D-B7A5-F060901842EC}" srcOrd="0" destOrd="0" presId="urn:microsoft.com/office/officeart/2005/8/layout/vList2"/>
    <dgm:cxn modelId="{1B10CF2D-8DAD-431A-B862-D337A153DC5F}" type="presParOf" srcId="{0D7A4CB7-3B25-4664-99BD-4027953F8C98}" destId="{8439AAD4-1394-40A4-99FF-2BC73F2B13E4}" srcOrd="1" destOrd="0" presId="urn:microsoft.com/office/officeart/2005/8/layout/vList2"/>
    <dgm:cxn modelId="{29FFB981-C8C0-4D78-A35E-1EFB95E68982}" type="presParOf" srcId="{0D7A4CB7-3B25-4664-99BD-4027953F8C98}" destId="{3CB1EAD4-10EE-434D-BB2D-5DDD536739F4}" srcOrd="2" destOrd="0" presId="urn:microsoft.com/office/officeart/2005/8/layout/vList2"/>
    <dgm:cxn modelId="{B3917D13-291C-4DF2-9E6F-39998471FEDD}" type="presParOf" srcId="{0D7A4CB7-3B25-4664-99BD-4027953F8C98}" destId="{155B7032-3661-4828-983B-96ADF75B3240}" srcOrd="3" destOrd="0" presId="urn:microsoft.com/office/officeart/2005/8/layout/vList2"/>
    <dgm:cxn modelId="{1639A62A-E5E3-465E-877A-128DDA1AEA5C}" type="presParOf" srcId="{0D7A4CB7-3B25-4664-99BD-4027953F8C98}" destId="{D9968B8B-DB40-4CFE-96CA-159453CF691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765ECF2-4F40-4F38-AE32-240FBFBCF367}" type="doc">
      <dgm:prSet loTypeId="urn:microsoft.com/office/officeart/2005/8/layout/vList2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uk-UA"/>
        </a:p>
      </dgm:t>
    </dgm:pt>
    <dgm:pt modelId="{E4782526-BC87-4205-96E7-0635D23C2BB6}">
      <dgm:prSet phldrT="[Текст]"/>
      <dgm:spPr/>
      <dgm:t>
        <a:bodyPr/>
        <a:lstStyle/>
        <a:p>
          <a:r>
            <a:rPr lang="uk-UA" dirty="0" smtClean="0"/>
            <a:t>Обчислювальна складність – властивість алгоритму, що пов’язана з кількістю обчислень</a:t>
          </a:r>
          <a:endParaRPr lang="uk-UA" noProof="0" dirty="0"/>
        </a:p>
      </dgm:t>
    </dgm:pt>
    <dgm:pt modelId="{C23E696F-7C75-4A62-936B-093F861C624D}" type="parTrans" cxnId="{4CFD7F28-BDAE-4372-B2A6-B51A21F61725}">
      <dgm:prSet/>
      <dgm:spPr/>
      <dgm:t>
        <a:bodyPr/>
        <a:lstStyle/>
        <a:p>
          <a:endParaRPr lang="uk-UA"/>
        </a:p>
      </dgm:t>
    </dgm:pt>
    <dgm:pt modelId="{82B7961D-9FCD-4A73-8AEF-694046F593BF}" type="sibTrans" cxnId="{4CFD7F28-BDAE-4372-B2A6-B51A21F61725}">
      <dgm:prSet/>
      <dgm:spPr/>
      <dgm:t>
        <a:bodyPr/>
        <a:lstStyle/>
        <a:p>
          <a:endParaRPr lang="uk-UA"/>
        </a:p>
      </dgm:t>
    </dgm:pt>
    <dgm:pt modelId="{1944F8D8-B0CC-48A7-8B79-0F2B4FA78724}">
      <dgm:prSet phldrT="[Текст]"/>
      <dgm:spPr/>
      <dgm:t>
        <a:bodyPr/>
        <a:lstStyle/>
        <a:p>
          <a:r>
            <a:rPr lang="uk-UA" dirty="0" smtClean="0"/>
            <a:t>Часова ефективність залежить від обчислювальної складності, але не тотожна їй</a:t>
          </a:r>
          <a:endParaRPr lang="uk-UA" dirty="0"/>
        </a:p>
      </dgm:t>
    </dgm:pt>
    <dgm:pt modelId="{04F2EBD5-60CB-4B6E-8D46-5778731B5F87}" type="parTrans" cxnId="{A2BAF4AD-23F4-4672-98FD-EA688306AA7D}">
      <dgm:prSet/>
      <dgm:spPr/>
      <dgm:t>
        <a:bodyPr/>
        <a:lstStyle/>
        <a:p>
          <a:endParaRPr lang="uk-UA"/>
        </a:p>
      </dgm:t>
    </dgm:pt>
    <dgm:pt modelId="{492FBE2D-A76D-477F-B4C9-30621E7B8FD4}" type="sibTrans" cxnId="{A2BAF4AD-23F4-4672-98FD-EA688306AA7D}">
      <dgm:prSet/>
      <dgm:spPr/>
      <dgm:t>
        <a:bodyPr/>
        <a:lstStyle/>
        <a:p>
          <a:endParaRPr lang="uk-UA"/>
        </a:p>
      </dgm:t>
    </dgm:pt>
    <dgm:pt modelId="{408EA669-09B7-4C9E-A88C-76167FF78446}">
      <dgm:prSet phldrT="[Текст]"/>
      <dgm:spPr/>
      <dgm:t>
        <a:bodyPr/>
        <a:lstStyle/>
        <a:p>
          <a:r>
            <a:rPr lang="uk-UA" noProof="0" dirty="0" smtClean="0"/>
            <a:t>Обчислювальна складність залежить від даних та їх кількості</a:t>
          </a:r>
          <a:endParaRPr lang="uk-UA" noProof="0" dirty="0"/>
        </a:p>
      </dgm:t>
    </dgm:pt>
    <dgm:pt modelId="{1F6FCC23-91F5-4ADA-8A18-0FB9414BDF06}" type="parTrans" cxnId="{5E80ACF5-E26E-4BEC-927C-7477C13A318D}">
      <dgm:prSet/>
      <dgm:spPr/>
      <dgm:t>
        <a:bodyPr/>
        <a:lstStyle/>
        <a:p>
          <a:endParaRPr lang="uk-UA"/>
        </a:p>
      </dgm:t>
    </dgm:pt>
    <dgm:pt modelId="{9A612C54-5F55-4C6F-9C9D-162418F7DA1C}" type="sibTrans" cxnId="{5E80ACF5-E26E-4BEC-927C-7477C13A318D}">
      <dgm:prSet/>
      <dgm:spPr/>
      <dgm:t>
        <a:bodyPr/>
        <a:lstStyle/>
        <a:p>
          <a:endParaRPr lang="uk-UA"/>
        </a:p>
      </dgm:t>
    </dgm:pt>
    <dgm:pt modelId="{500D27AF-F6A0-4202-B0BA-006F5D241947}">
      <dgm:prSet phldrT="[Текст]"/>
      <dgm:spPr/>
      <dgm:t>
        <a:bodyPr/>
        <a:lstStyle/>
        <a:p>
          <a:r>
            <a:rPr lang="uk-UA" noProof="0" dirty="0" smtClean="0"/>
            <a:t>Складність наближених обчислень залежить від точності розрахунків,  а не від самих даних</a:t>
          </a:r>
          <a:endParaRPr lang="uk-UA" noProof="0" dirty="0"/>
        </a:p>
      </dgm:t>
    </dgm:pt>
    <dgm:pt modelId="{286D6B13-DAF5-49D0-AA5F-DDA498038701}" type="parTrans" cxnId="{7DC6A8E7-DA5C-44F0-A9F4-7C6560BD4D5B}">
      <dgm:prSet/>
      <dgm:spPr/>
      <dgm:t>
        <a:bodyPr/>
        <a:lstStyle/>
        <a:p>
          <a:endParaRPr lang="uk-UA"/>
        </a:p>
      </dgm:t>
    </dgm:pt>
    <dgm:pt modelId="{AEA6DD7F-C6A6-413F-8FDC-1FC8730DED7C}" type="sibTrans" cxnId="{7DC6A8E7-DA5C-44F0-A9F4-7C6560BD4D5B}">
      <dgm:prSet/>
      <dgm:spPr/>
      <dgm:t>
        <a:bodyPr/>
        <a:lstStyle/>
        <a:p>
          <a:endParaRPr lang="uk-UA"/>
        </a:p>
      </dgm:t>
    </dgm:pt>
    <dgm:pt modelId="{99ECD88B-F6FC-419D-9FE8-A974823844A7}">
      <dgm:prSet phldrT="[Текст]"/>
      <dgm:spPr/>
      <dgm:t>
        <a:bodyPr/>
        <a:lstStyle/>
        <a:p>
          <a:r>
            <a:rPr lang="uk-UA" dirty="0" smtClean="0"/>
            <a:t>Через особливості апаратної частина та оптимізацію коду час виконання команд не є постійним і може розглядатися лише як імовірнісна чи нечітка величина</a:t>
          </a:r>
          <a:endParaRPr lang="uk-UA" dirty="0"/>
        </a:p>
      </dgm:t>
    </dgm:pt>
    <dgm:pt modelId="{2BC95BCD-86C3-4B4F-89C0-59A39806E592}" type="parTrans" cxnId="{CF1F4BEF-81F3-4ACF-AC4E-212CF6B2B421}">
      <dgm:prSet/>
      <dgm:spPr/>
      <dgm:t>
        <a:bodyPr/>
        <a:lstStyle/>
        <a:p>
          <a:endParaRPr lang="uk-UA"/>
        </a:p>
      </dgm:t>
    </dgm:pt>
    <dgm:pt modelId="{62F9BF7C-2BFE-4341-BB4A-B4B297915A3C}" type="sibTrans" cxnId="{CF1F4BEF-81F3-4ACF-AC4E-212CF6B2B421}">
      <dgm:prSet/>
      <dgm:spPr/>
      <dgm:t>
        <a:bodyPr/>
        <a:lstStyle/>
        <a:p>
          <a:endParaRPr lang="uk-UA"/>
        </a:p>
      </dgm:t>
    </dgm:pt>
    <dgm:pt modelId="{7247364A-AA9C-4718-9BBE-02D57BED8794}" type="pres">
      <dgm:prSet presAssocID="{1765ECF2-4F40-4F38-AE32-240FBFBCF367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uk-UA"/>
        </a:p>
      </dgm:t>
    </dgm:pt>
    <dgm:pt modelId="{8E0DA79B-6F08-442C-9107-731BEBCF4BA0}" type="pres">
      <dgm:prSet presAssocID="{E4782526-BC87-4205-96E7-0635D23C2BB6}" presName="parentText" presStyleLbl="node1" presStyleIdx="0" presStyleCnt="5" custLinFactNeighborX="21000" custLinFactNeighborY="-16175">
        <dgm:presLayoutVars>
          <dgm:chMax val="0"/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66F49666-DB17-4E37-9119-A32931C45F88}" type="pres">
      <dgm:prSet presAssocID="{82B7961D-9FCD-4A73-8AEF-694046F593BF}" presName="spacer" presStyleCnt="0"/>
      <dgm:spPr/>
    </dgm:pt>
    <dgm:pt modelId="{2D3E7B60-52B9-445F-8D73-4911197405C9}" type="pres">
      <dgm:prSet presAssocID="{408EA669-09B7-4C9E-A88C-76167FF78446}" presName="parentText" presStyleLbl="node1" presStyleIdx="1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C272B72F-C034-49CF-85E0-D303BE8C5098}" type="pres">
      <dgm:prSet presAssocID="{9A612C54-5F55-4C6F-9C9D-162418F7DA1C}" presName="spacer" presStyleCnt="0"/>
      <dgm:spPr/>
    </dgm:pt>
    <dgm:pt modelId="{6F1F3116-BE6D-4F2D-8B5D-067902DCE570}" type="pres">
      <dgm:prSet presAssocID="{500D27AF-F6A0-4202-B0BA-006F5D241947}" presName="parentText" presStyleLbl="node1" presStyleIdx="2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DEE8808A-EBB6-4F15-ABC4-376E42CFDD32}" type="pres">
      <dgm:prSet presAssocID="{AEA6DD7F-C6A6-413F-8FDC-1FC8730DED7C}" presName="spacer" presStyleCnt="0"/>
      <dgm:spPr/>
    </dgm:pt>
    <dgm:pt modelId="{C7654FCD-69BC-4B1B-BBC4-61290B44B978}" type="pres">
      <dgm:prSet presAssocID="{1944F8D8-B0CC-48A7-8B79-0F2B4FA78724}" presName="parentText" presStyleLbl="node1" presStyleIdx="3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uk-UA"/>
        </a:p>
      </dgm:t>
    </dgm:pt>
    <dgm:pt modelId="{E4E5B798-E44F-4EF1-B0A6-AC5602089CF4}" type="pres">
      <dgm:prSet presAssocID="{492FBE2D-A76D-477F-B4C9-30621E7B8FD4}" presName="spacer" presStyleCnt="0"/>
      <dgm:spPr/>
    </dgm:pt>
    <dgm:pt modelId="{8826A659-A344-4DFC-8E77-A2DC10D299AB}" type="pres">
      <dgm:prSet presAssocID="{99ECD88B-F6FC-419D-9FE8-A974823844A7}" presName="parentText" presStyleLbl="node1" presStyleIdx="4" presStyleCnt="5">
        <dgm:presLayoutVars>
          <dgm:chMax val="0"/>
          <dgm:bulletEnabled val="1"/>
        </dgm:presLayoutVars>
      </dgm:prSet>
      <dgm:spPr/>
      <dgm:t>
        <a:bodyPr/>
        <a:lstStyle/>
        <a:p>
          <a:endParaRPr lang="uk-UA"/>
        </a:p>
      </dgm:t>
    </dgm:pt>
  </dgm:ptLst>
  <dgm:cxnLst>
    <dgm:cxn modelId="{5E80ACF5-E26E-4BEC-927C-7477C13A318D}" srcId="{1765ECF2-4F40-4F38-AE32-240FBFBCF367}" destId="{408EA669-09B7-4C9E-A88C-76167FF78446}" srcOrd="1" destOrd="0" parTransId="{1F6FCC23-91F5-4ADA-8A18-0FB9414BDF06}" sibTransId="{9A612C54-5F55-4C6F-9C9D-162418F7DA1C}"/>
    <dgm:cxn modelId="{52241B10-932D-458B-B070-36AF36FD5909}" type="presOf" srcId="{500D27AF-F6A0-4202-B0BA-006F5D241947}" destId="{6F1F3116-BE6D-4F2D-8B5D-067902DCE570}" srcOrd="0" destOrd="0" presId="urn:microsoft.com/office/officeart/2005/8/layout/vList2"/>
    <dgm:cxn modelId="{80E65CD9-A480-4334-B9CA-0C7394FBA9D8}" type="presOf" srcId="{E4782526-BC87-4205-96E7-0635D23C2BB6}" destId="{8E0DA79B-6F08-442C-9107-731BEBCF4BA0}" srcOrd="0" destOrd="0" presId="urn:microsoft.com/office/officeart/2005/8/layout/vList2"/>
    <dgm:cxn modelId="{4CFD7F28-BDAE-4372-B2A6-B51A21F61725}" srcId="{1765ECF2-4F40-4F38-AE32-240FBFBCF367}" destId="{E4782526-BC87-4205-96E7-0635D23C2BB6}" srcOrd="0" destOrd="0" parTransId="{C23E696F-7C75-4A62-936B-093F861C624D}" sibTransId="{82B7961D-9FCD-4A73-8AEF-694046F593BF}"/>
    <dgm:cxn modelId="{CF1F4BEF-81F3-4ACF-AC4E-212CF6B2B421}" srcId="{1765ECF2-4F40-4F38-AE32-240FBFBCF367}" destId="{99ECD88B-F6FC-419D-9FE8-A974823844A7}" srcOrd="4" destOrd="0" parTransId="{2BC95BCD-86C3-4B4F-89C0-59A39806E592}" sibTransId="{62F9BF7C-2BFE-4341-BB4A-B4B297915A3C}"/>
    <dgm:cxn modelId="{DB2EE213-D20A-4787-8842-E4D587F5C6AC}" type="presOf" srcId="{99ECD88B-F6FC-419D-9FE8-A974823844A7}" destId="{8826A659-A344-4DFC-8E77-A2DC10D299AB}" srcOrd="0" destOrd="0" presId="urn:microsoft.com/office/officeart/2005/8/layout/vList2"/>
    <dgm:cxn modelId="{7DC6A8E7-DA5C-44F0-A9F4-7C6560BD4D5B}" srcId="{1765ECF2-4F40-4F38-AE32-240FBFBCF367}" destId="{500D27AF-F6A0-4202-B0BA-006F5D241947}" srcOrd="2" destOrd="0" parTransId="{286D6B13-DAF5-49D0-AA5F-DDA498038701}" sibTransId="{AEA6DD7F-C6A6-413F-8FDC-1FC8730DED7C}"/>
    <dgm:cxn modelId="{7B8785B7-0AD5-47C8-9D4C-AF646EB2E4F0}" type="presOf" srcId="{1944F8D8-B0CC-48A7-8B79-0F2B4FA78724}" destId="{C7654FCD-69BC-4B1B-BBC4-61290B44B978}" srcOrd="0" destOrd="0" presId="urn:microsoft.com/office/officeart/2005/8/layout/vList2"/>
    <dgm:cxn modelId="{76D5C229-D52A-4D99-8B76-C1BABE885B31}" type="presOf" srcId="{408EA669-09B7-4C9E-A88C-76167FF78446}" destId="{2D3E7B60-52B9-445F-8D73-4911197405C9}" srcOrd="0" destOrd="0" presId="urn:microsoft.com/office/officeart/2005/8/layout/vList2"/>
    <dgm:cxn modelId="{A2BAF4AD-23F4-4672-98FD-EA688306AA7D}" srcId="{1765ECF2-4F40-4F38-AE32-240FBFBCF367}" destId="{1944F8D8-B0CC-48A7-8B79-0F2B4FA78724}" srcOrd="3" destOrd="0" parTransId="{04F2EBD5-60CB-4B6E-8D46-5778731B5F87}" sibTransId="{492FBE2D-A76D-477F-B4C9-30621E7B8FD4}"/>
    <dgm:cxn modelId="{072AEE94-2363-4E38-B91A-0150E62199B9}" type="presOf" srcId="{1765ECF2-4F40-4F38-AE32-240FBFBCF367}" destId="{7247364A-AA9C-4718-9BBE-02D57BED8794}" srcOrd="0" destOrd="0" presId="urn:microsoft.com/office/officeart/2005/8/layout/vList2"/>
    <dgm:cxn modelId="{F423FC31-8252-4F07-87D0-9974173FFAF5}" type="presParOf" srcId="{7247364A-AA9C-4718-9BBE-02D57BED8794}" destId="{8E0DA79B-6F08-442C-9107-731BEBCF4BA0}" srcOrd="0" destOrd="0" presId="urn:microsoft.com/office/officeart/2005/8/layout/vList2"/>
    <dgm:cxn modelId="{4E7BDB2C-388A-437A-97EC-BB2337714101}" type="presParOf" srcId="{7247364A-AA9C-4718-9BBE-02D57BED8794}" destId="{66F49666-DB17-4E37-9119-A32931C45F88}" srcOrd="1" destOrd="0" presId="urn:microsoft.com/office/officeart/2005/8/layout/vList2"/>
    <dgm:cxn modelId="{AD19E64F-1207-469A-B77F-8C5C832B9E0B}" type="presParOf" srcId="{7247364A-AA9C-4718-9BBE-02D57BED8794}" destId="{2D3E7B60-52B9-445F-8D73-4911197405C9}" srcOrd="2" destOrd="0" presId="urn:microsoft.com/office/officeart/2005/8/layout/vList2"/>
    <dgm:cxn modelId="{D1F651CB-E39C-48BF-9D69-F5A64743D971}" type="presParOf" srcId="{7247364A-AA9C-4718-9BBE-02D57BED8794}" destId="{C272B72F-C034-49CF-85E0-D303BE8C5098}" srcOrd="3" destOrd="0" presId="urn:microsoft.com/office/officeart/2005/8/layout/vList2"/>
    <dgm:cxn modelId="{7302B733-303D-4950-9B60-806CE1F088B2}" type="presParOf" srcId="{7247364A-AA9C-4718-9BBE-02D57BED8794}" destId="{6F1F3116-BE6D-4F2D-8B5D-067902DCE570}" srcOrd="4" destOrd="0" presId="urn:microsoft.com/office/officeart/2005/8/layout/vList2"/>
    <dgm:cxn modelId="{23350BDF-21FC-4EFD-A236-B826085290E8}" type="presParOf" srcId="{7247364A-AA9C-4718-9BBE-02D57BED8794}" destId="{DEE8808A-EBB6-4F15-ABC4-376E42CFDD32}" srcOrd="5" destOrd="0" presId="urn:microsoft.com/office/officeart/2005/8/layout/vList2"/>
    <dgm:cxn modelId="{B818A541-996A-4F9E-B5BD-98D12655ED9A}" type="presParOf" srcId="{7247364A-AA9C-4718-9BBE-02D57BED8794}" destId="{C7654FCD-69BC-4B1B-BBC4-61290B44B978}" srcOrd="6" destOrd="0" presId="urn:microsoft.com/office/officeart/2005/8/layout/vList2"/>
    <dgm:cxn modelId="{17C4A767-1E9C-4B5F-A6BE-04E99CF8A7DD}" type="presParOf" srcId="{7247364A-AA9C-4718-9BBE-02D57BED8794}" destId="{E4E5B798-E44F-4EF1-B0A6-AC5602089CF4}" srcOrd="7" destOrd="0" presId="urn:microsoft.com/office/officeart/2005/8/layout/vList2"/>
    <dgm:cxn modelId="{16EA1706-FADE-4B9E-92D1-06AE00355909}" type="presParOf" srcId="{7247364A-AA9C-4718-9BBE-02D57BED8794}" destId="{8826A659-A344-4DFC-8E77-A2DC10D299AB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CACAD0-2BA7-42AA-84CB-04DA667E03E7}">
      <dsp:nvSpPr>
        <dsp:cNvPr id="0" name=""/>
        <dsp:cNvSpPr/>
      </dsp:nvSpPr>
      <dsp:spPr>
        <a:xfrm>
          <a:off x="4018" y="1081731"/>
          <a:ext cx="2055390" cy="9875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53340" rIns="149352" bIns="53340" numCol="1" spcCol="1270" anchor="ctr" anchorCtr="0">
          <a:noAutofit/>
        </a:bodyPr>
        <a:lstStyle/>
        <a:p>
          <a:pPr lvl="0" algn="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100" kern="1200" dirty="0" smtClean="0"/>
            <a:t>Відображають представлення алгоритму</a:t>
          </a:r>
          <a:endParaRPr lang="uk-UA" sz="2100" kern="1200" dirty="0"/>
        </a:p>
      </dsp:txBody>
      <dsp:txXfrm>
        <a:off x="4018" y="1081731"/>
        <a:ext cx="2055390" cy="987525"/>
      </dsp:txXfrm>
    </dsp:sp>
    <dsp:sp modelId="{02A9C27D-B75C-42FF-B70C-175136E18CDF}">
      <dsp:nvSpPr>
        <dsp:cNvPr id="0" name=""/>
        <dsp:cNvSpPr/>
      </dsp:nvSpPr>
      <dsp:spPr>
        <a:xfrm>
          <a:off x="2059409" y="834850"/>
          <a:ext cx="411078" cy="1481287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9F5EC6-5877-48B1-8692-115477452142}">
      <dsp:nvSpPr>
        <dsp:cNvPr id="0" name=""/>
        <dsp:cNvSpPr/>
      </dsp:nvSpPr>
      <dsp:spPr>
        <a:xfrm>
          <a:off x="2634918" y="834850"/>
          <a:ext cx="5590663" cy="148128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k-UA" sz="2100" kern="1200" dirty="0" smtClean="0"/>
            <a:t>Кількість операцій та </a:t>
          </a:r>
          <a:r>
            <a:rPr lang="uk-UA" sz="2100" kern="1200" dirty="0" err="1" smtClean="0"/>
            <a:t>операндів</a:t>
          </a:r>
          <a:endParaRPr lang="uk-UA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k-UA" sz="2100" kern="1200" dirty="0" smtClean="0"/>
            <a:t>Кількість унікальних операцій та </a:t>
          </a:r>
          <a:r>
            <a:rPr lang="uk-UA" sz="2100" kern="1200" dirty="0" err="1" smtClean="0"/>
            <a:t>операндів</a:t>
          </a:r>
          <a:endParaRPr lang="uk-UA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k-UA" sz="2100" kern="1200" dirty="0" smtClean="0"/>
            <a:t>Обсяг програми</a:t>
          </a:r>
          <a:endParaRPr lang="uk-UA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k-UA" sz="2100" kern="1200" dirty="0" err="1" smtClean="0"/>
            <a:t>Цикломатичне</a:t>
          </a:r>
          <a:r>
            <a:rPr lang="uk-UA" sz="2100" kern="1200" dirty="0" smtClean="0"/>
            <a:t> число </a:t>
          </a:r>
          <a:r>
            <a:rPr lang="uk-UA" sz="2100" kern="1200" dirty="0" err="1" smtClean="0"/>
            <a:t>МакКейба</a:t>
          </a:r>
          <a:endParaRPr lang="uk-UA" sz="2100" kern="1200" dirty="0"/>
        </a:p>
      </dsp:txBody>
      <dsp:txXfrm>
        <a:off x="2634918" y="834850"/>
        <a:ext cx="5590663" cy="1481287"/>
      </dsp:txXfrm>
    </dsp:sp>
    <dsp:sp modelId="{E682ADD9-86C8-486C-BBD7-38D23AC4D251}">
      <dsp:nvSpPr>
        <dsp:cNvPr id="0" name=""/>
        <dsp:cNvSpPr/>
      </dsp:nvSpPr>
      <dsp:spPr>
        <a:xfrm>
          <a:off x="4018" y="2391737"/>
          <a:ext cx="2055390" cy="12993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53340" rIns="149352" bIns="53340" numCol="1" spcCol="1270" anchor="ctr" anchorCtr="0">
          <a:noAutofit/>
        </a:bodyPr>
        <a:lstStyle/>
        <a:p>
          <a:pPr lvl="0" algn="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100" kern="1200" dirty="0" smtClean="0"/>
            <a:t>Проявляються під час виконання алгоритму</a:t>
          </a:r>
          <a:endParaRPr lang="uk-UA" sz="2100" kern="1200" dirty="0"/>
        </a:p>
      </dsp:txBody>
      <dsp:txXfrm>
        <a:off x="4018" y="2391737"/>
        <a:ext cx="2055390" cy="1299375"/>
      </dsp:txXfrm>
    </dsp:sp>
    <dsp:sp modelId="{C08DCF76-EE58-4A23-9881-0BC1FB61EB30}">
      <dsp:nvSpPr>
        <dsp:cNvPr id="0" name=""/>
        <dsp:cNvSpPr/>
      </dsp:nvSpPr>
      <dsp:spPr>
        <a:xfrm>
          <a:off x="2059409" y="2391737"/>
          <a:ext cx="411078" cy="1299375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A9BB7F5-6742-4F3E-91CB-F517BB80C574}">
      <dsp:nvSpPr>
        <dsp:cNvPr id="0" name=""/>
        <dsp:cNvSpPr/>
      </dsp:nvSpPr>
      <dsp:spPr>
        <a:xfrm>
          <a:off x="2634918" y="2391737"/>
          <a:ext cx="5590663" cy="129937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uk-UA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k-UA" sz="2100" kern="1200" dirty="0" smtClean="0"/>
            <a:t>Часова ефективність</a:t>
          </a:r>
          <a:endParaRPr lang="uk-UA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k-UA" sz="2100" kern="1200" dirty="0" smtClean="0"/>
            <a:t>Функціональна ефективність</a:t>
          </a:r>
          <a:endParaRPr lang="uk-UA" sz="2100" kern="1200" dirty="0"/>
        </a:p>
      </dsp:txBody>
      <dsp:txXfrm>
        <a:off x="2634918" y="2391737"/>
        <a:ext cx="5590663" cy="12993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FA9937-D43F-4398-9BBD-FC2692B23F49}">
      <dsp:nvSpPr>
        <dsp:cNvPr id="0" name=""/>
        <dsp:cNvSpPr/>
      </dsp:nvSpPr>
      <dsp:spPr>
        <a:xfrm rot="16200000">
          <a:off x="1016990" y="1530364"/>
          <a:ext cx="3240576" cy="1980335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72390" tIns="120650" rIns="108585" bIns="120650" numCol="1" spcCol="1270" anchor="t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900" kern="1200" dirty="0" smtClean="0"/>
            <a:t>Обчислювальна складність</a:t>
          </a:r>
          <a:endParaRPr lang="uk-UA" sz="19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k-UA" sz="1500" kern="1200" noProof="0" dirty="0" smtClean="0"/>
            <a:t>суттєво впливає на часову ефективність</a:t>
          </a:r>
          <a:endParaRPr lang="uk-UA" sz="1500" kern="1200" noProof="0" dirty="0"/>
        </a:p>
      </dsp:txBody>
      <dsp:txXfrm rot="5400000">
        <a:off x="1743800" y="996933"/>
        <a:ext cx="1883646" cy="3047198"/>
      </dsp:txXfrm>
    </dsp:sp>
    <dsp:sp modelId="{78197C31-0DC4-4E92-9B0B-04979151C1A6}">
      <dsp:nvSpPr>
        <dsp:cNvPr id="0" name=""/>
        <dsp:cNvSpPr/>
      </dsp:nvSpPr>
      <dsp:spPr>
        <a:xfrm rot="5400000">
          <a:off x="3087249" y="1530364"/>
          <a:ext cx="3240576" cy="1980335"/>
        </a:xfrm>
        <a:prstGeom prst="round2SameRect">
          <a:avLst>
            <a:gd name="adj1" fmla="val 1667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  <dsp:txBody>
        <a:bodyPr spcFirstLastPara="0" vert="horz" wrap="square" lIns="108585" tIns="120650" rIns="72390" bIns="120650" numCol="1" spcCol="1270" anchor="t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900" kern="1200" dirty="0" smtClean="0"/>
            <a:t>Часова ефективність</a:t>
          </a:r>
          <a:endParaRPr lang="uk-UA" sz="19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k-UA" sz="1500" kern="1200" dirty="0" smtClean="0"/>
            <a:t>Її практичне значення в пріоритеті</a:t>
          </a:r>
          <a:endParaRPr lang="uk-UA" sz="1500" kern="1200" dirty="0"/>
        </a:p>
      </dsp:txBody>
      <dsp:txXfrm rot="-5400000">
        <a:off x="3717370" y="996933"/>
        <a:ext cx="1883646" cy="3047198"/>
      </dsp:txXfrm>
    </dsp:sp>
    <dsp:sp modelId="{F7609C73-BCB8-421B-BE7C-29D5EAEF598D}">
      <dsp:nvSpPr>
        <dsp:cNvPr id="0" name=""/>
        <dsp:cNvSpPr/>
      </dsp:nvSpPr>
      <dsp:spPr>
        <a:xfrm>
          <a:off x="2637076" y="0"/>
          <a:ext cx="2070258" cy="2070157"/>
        </a:xfrm>
        <a:prstGeom prst="circularArrow">
          <a:avLst>
            <a:gd name="adj1" fmla="val 12500"/>
            <a:gd name="adj2" fmla="val 1142322"/>
            <a:gd name="adj3" fmla="val 20457678"/>
            <a:gd name="adj4" fmla="val 10800000"/>
            <a:gd name="adj5" fmla="val 125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AA4EFC01-0507-4479-BA2A-BC16C42CACD8}">
      <dsp:nvSpPr>
        <dsp:cNvPr id="0" name=""/>
        <dsp:cNvSpPr/>
      </dsp:nvSpPr>
      <dsp:spPr>
        <a:xfrm rot="10800000">
          <a:off x="2637076" y="2970402"/>
          <a:ext cx="2070258" cy="2070157"/>
        </a:xfrm>
        <a:prstGeom prst="circularArrow">
          <a:avLst>
            <a:gd name="adj1" fmla="val 12500"/>
            <a:gd name="adj2" fmla="val 1142322"/>
            <a:gd name="adj3" fmla="val 20457678"/>
            <a:gd name="adj4" fmla="val 10800000"/>
            <a:gd name="adj5" fmla="val 125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888BA5-1999-46CC-B14D-1D2BF242A3C9}">
      <dsp:nvSpPr>
        <dsp:cNvPr id="0" name=""/>
        <dsp:cNvSpPr/>
      </dsp:nvSpPr>
      <dsp:spPr>
        <a:xfrm>
          <a:off x="1004" y="1087611"/>
          <a:ext cx="3917900" cy="235074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600" kern="1200" noProof="0" dirty="0" smtClean="0"/>
            <a:t>Вибір найбільш ефективного алгоритму з-поміж альтернативних при розробці ПЗ</a:t>
          </a:r>
          <a:endParaRPr lang="uk-UA" sz="2600" kern="1200" noProof="0" dirty="0"/>
        </a:p>
      </dsp:txBody>
      <dsp:txXfrm>
        <a:off x="1004" y="1087611"/>
        <a:ext cx="3917900" cy="2350740"/>
      </dsp:txXfrm>
    </dsp:sp>
    <dsp:sp modelId="{B553F1A3-2E97-4A02-AD07-A6DEEC28B16F}">
      <dsp:nvSpPr>
        <dsp:cNvPr id="0" name=""/>
        <dsp:cNvSpPr/>
      </dsp:nvSpPr>
      <dsp:spPr>
        <a:xfrm>
          <a:off x="4310695" y="1087611"/>
          <a:ext cx="3917900" cy="2350740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2600" kern="1200" noProof="0" dirty="0" smtClean="0"/>
            <a:t>Розробка нових алгоритмів та визначення їх ефективності для визнання придатності до застосування</a:t>
          </a:r>
          <a:endParaRPr lang="uk-UA" sz="2600" kern="1200" noProof="0" dirty="0"/>
        </a:p>
      </dsp:txBody>
      <dsp:txXfrm>
        <a:off x="4310695" y="1087611"/>
        <a:ext cx="3917900" cy="235074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54D945-8178-4DD6-BAC5-BB9D4E815A3B}">
      <dsp:nvSpPr>
        <dsp:cNvPr id="0" name=""/>
        <dsp:cNvSpPr/>
      </dsp:nvSpPr>
      <dsp:spPr>
        <a:xfrm>
          <a:off x="-5116967" y="-783865"/>
          <a:ext cx="6093694" cy="6093694"/>
        </a:xfrm>
        <a:prstGeom prst="blockArc">
          <a:avLst>
            <a:gd name="adj1" fmla="val 18900000"/>
            <a:gd name="adj2" fmla="val 2700000"/>
            <a:gd name="adj3" fmla="val 354"/>
          </a:avLst>
        </a:pr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6A3874-DD12-403B-A51F-FB914599EB59}">
      <dsp:nvSpPr>
        <dsp:cNvPr id="0" name=""/>
        <dsp:cNvSpPr/>
      </dsp:nvSpPr>
      <dsp:spPr>
        <a:xfrm>
          <a:off x="628203" y="452596"/>
          <a:ext cx="7538938" cy="90519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18497" tIns="45720" rIns="45720" bIns="4572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800" kern="1200" dirty="0" smtClean="0"/>
            <a:t>гірший</a:t>
          </a:r>
          <a:endParaRPr lang="uk-UA" sz="18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k-UA" sz="1400" kern="1200" dirty="0" smtClean="0"/>
            <a:t>додавання в масив з розширенням</a:t>
          </a:r>
          <a:endParaRPr lang="uk-UA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k-UA" sz="1400" kern="1200" dirty="0" smtClean="0"/>
            <a:t>пошук у несортованому масиві, шуканий елемент – останній або відсутній</a:t>
          </a:r>
          <a:endParaRPr lang="uk-UA" sz="1400" kern="1200" dirty="0"/>
        </a:p>
      </dsp:txBody>
      <dsp:txXfrm>
        <a:off x="628203" y="452596"/>
        <a:ext cx="7538938" cy="905192"/>
      </dsp:txXfrm>
    </dsp:sp>
    <dsp:sp modelId="{54C6007B-7EF9-4790-A95F-128CF2026812}">
      <dsp:nvSpPr>
        <dsp:cNvPr id="0" name=""/>
        <dsp:cNvSpPr/>
      </dsp:nvSpPr>
      <dsp:spPr>
        <a:xfrm>
          <a:off x="62458" y="339447"/>
          <a:ext cx="1131490" cy="1131490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C1C2549D-16A3-4198-9B6C-96C8A74248F9}">
      <dsp:nvSpPr>
        <dsp:cNvPr id="0" name=""/>
        <dsp:cNvSpPr/>
      </dsp:nvSpPr>
      <dsp:spPr>
        <a:xfrm>
          <a:off x="957241" y="1810385"/>
          <a:ext cx="7209900" cy="90519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18497" tIns="45720" rIns="45720" bIns="4572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800" kern="1200" dirty="0" smtClean="0"/>
            <a:t>середній</a:t>
          </a:r>
          <a:endParaRPr lang="uk-UA" sz="18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k-UA" sz="1400" kern="1200" dirty="0" smtClean="0"/>
            <a:t>додавання в масив за індексом</a:t>
          </a:r>
          <a:endParaRPr lang="uk-UA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k-UA" sz="1400" kern="1200" dirty="0" smtClean="0"/>
            <a:t>пошук у несортованому масиві, шуканий елемент – у середині (центральний) </a:t>
          </a:r>
          <a:endParaRPr lang="uk-UA" sz="1400" kern="1200" dirty="0"/>
        </a:p>
      </dsp:txBody>
      <dsp:txXfrm>
        <a:off x="957241" y="1810385"/>
        <a:ext cx="7209900" cy="905192"/>
      </dsp:txXfrm>
    </dsp:sp>
    <dsp:sp modelId="{28227A2A-9A3C-490B-8C8D-B14D558A587D}">
      <dsp:nvSpPr>
        <dsp:cNvPr id="0" name=""/>
        <dsp:cNvSpPr/>
      </dsp:nvSpPr>
      <dsp:spPr>
        <a:xfrm>
          <a:off x="391495" y="1697236"/>
          <a:ext cx="1131490" cy="1131490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  <dsp:sp modelId="{18FB1700-2262-4F97-8EA4-DF59820AC208}">
      <dsp:nvSpPr>
        <dsp:cNvPr id="0" name=""/>
        <dsp:cNvSpPr/>
      </dsp:nvSpPr>
      <dsp:spPr>
        <a:xfrm>
          <a:off x="628203" y="3168174"/>
          <a:ext cx="7538938" cy="905192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18497" tIns="45720" rIns="45720" bIns="45720" numCol="1" spcCol="1270" anchor="t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800" kern="1200" dirty="0" smtClean="0"/>
            <a:t>кращий</a:t>
          </a:r>
          <a:endParaRPr lang="uk-UA" sz="18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k-UA" sz="1400" kern="1200" dirty="0" smtClean="0"/>
            <a:t>додавання в масив за індексом</a:t>
          </a:r>
          <a:endParaRPr lang="uk-UA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uk-UA" sz="1400" kern="1200" dirty="0" smtClean="0"/>
            <a:t>пошук у несортованому масиві, шуканий елемент - перший</a:t>
          </a:r>
          <a:endParaRPr lang="uk-UA" sz="1400" kern="1200" dirty="0"/>
        </a:p>
      </dsp:txBody>
      <dsp:txXfrm>
        <a:off x="628203" y="3168174"/>
        <a:ext cx="7538938" cy="905192"/>
      </dsp:txXfrm>
    </dsp:sp>
    <dsp:sp modelId="{5BC8DFE6-6F65-4147-92D7-E66314823A15}">
      <dsp:nvSpPr>
        <dsp:cNvPr id="0" name=""/>
        <dsp:cNvSpPr/>
      </dsp:nvSpPr>
      <dsp:spPr>
        <a:xfrm>
          <a:off x="62458" y="3055025"/>
          <a:ext cx="1131490" cy="1131490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l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53CB6F4-9D77-4A53-AC0A-E58DFF212AB2}">
      <dsp:nvSpPr>
        <dsp:cNvPr id="0" name=""/>
        <dsp:cNvSpPr/>
      </dsp:nvSpPr>
      <dsp:spPr>
        <a:xfrm>
          <a:off x="0" y="0"/>
          <a:ext cx="7169988" cy="147882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400" kern="1200" dirty="0" smtClean="0"/>
            <a:t>робляться деякі припущення щодо вхідних даних алгоритму</a:t>
          </a:r>
          <a:endParaRPr lang="uk-UA" sz="1400" kern="1200" dirty="0"/>
        </a:p>
      </dsp:txBody>
      <dsp:txXfrm>
        <a:off x="43313" y="43313"/>
        <a:ext cx="5574222" cy="1392197"/>
      </dsp:txXfrm>
    </dsp:sp>
    <dsp:sp modelId="{140A53EE-7A10-4DF2-BE28-F366B3F245BB}">
      <dsp:nvSpPr>
        <dsp:cNvPr id="0" name=""/>
        <dsp:cNvSpPr/>
      </dsp:nvSpPr>
      <dsp:spPr>
        <a:xfrm>
          <a:off x="632645" y="1725293"/>
          <a:ext cx="7169988" cy="147882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400" kern="1200" dirty="0" smtClean="0"/>
            <a:t>для кожного кроку алгоритму обчислюється кількість його виконання.</a:t>
          </a:r>
        </a:p>
        <a:p>
          <a:pPr lvl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400" kern="1200" dirty="0" smtClean="0"/>
            <a:t>Для деяких команд кількість повторів є однаковою для кожного виконання алгоритму. Для інших команд визначається четвірка: &lt;мінімальна, середня та максимальна кількість разів виконання команди, та дисперсія до середньої кількості&gt; залежно від кількості елементів даних;</a:t>
          </a:r>
          <a:endParaRPr lang="uk-UA" sz="1400" kern="1200" dirty="0"/>
        </a:p>
      </dsp:txBody>
      <dsp:txXfrm>
        <a:off x="675958" y="1768606"/>
        <a:ext cx="5489480" cy="1392197"/>
      </dsp:txXfrm>
    </dsp:sp>
    <dsp:sp modelId="{7D57A0A3-9C80-40E9-B1DC-9EAB6C91C8E7}">
      <dsp:nvSpPr>
        <dsp:cNvPr id="0" name=""/>
        <dsp:cNvSpPr/>
      </dsp:nvSpPr>
      <dsp:spPr>
        <a:xfrm>
          <a:off x="1265291" y="3450587"/>
          <a:ext cx="7169988" cy="147882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k-UA" sz="1400" kern="1200" smtClean="0"/>
            <a:t>знаючи число повторень і час виконання кожного кроку, приймаємо час виконання кожної команди деякої віртуальної машини </a:t>
          </a:r>
          <a:r>
            <a:rPr lang="en-US" sz="1400" kern="1200" smtClean="0"/>
            <a:t>MIX </a:t>
          </a:r>
          <a:r>
            <a:rPr lang="uk-UA" sz="1400" kern="1200" smtClean="0"/>
            <a:t>за умовну одиницю - "і" і визначає час виконання алгоритму в гіршому, середньому та найкращому випадку.</a:t>
          </a:r>
          <a:endParaRPr lang="uk-UA" sz="1400" kern="1200"/>
        </a:p>
      </dsp:txBody>
      <dsp:txXfrm>
        <a:off x="1308604" y="3493900"/>
        <a:ext cx="5489480" cy="1392197"/>
      </dsp:txXfrm>
    </dsp:sp>
    <dsp:sp modelId="{73725EAA-3020-4913-A870-2AAECE2CD080}">
      <dsp:nvSpPr>
        <dsp:cNvPr id="0" name=""/>
        <dsp:cNvSpPr/>
      </dsp:nvSpPr>
      <dsp:spPr>
        <a:xfrm>
          <a:off x="6208752" y="1121441"/>
          <a:ext cx="961235" cy="961235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uk-UA" sz="3600" kern="1200"/>
        </a:p>
      </dsp:txBody>
      <dsp:txXfrm>
        <a:off x="6425030" y="1121441"/>
        <a:ext cx="528679" cy="723329"/>
      </dsp:txXfrm>
    </dsp:sp>
    <dsp:sp modelId="{372A8BED-49D7-4680-A3D1-8A1B04B054A7}">
      <dsp:nvSpPr>
        <dsp:cNvPr id="0" name=""/>
        <dsp:cNvSpPr/>
      </dsp:nvSpPr>
      <dsp:spPr>
        <a:xfrm>
          <a:off x="6841398" y="2836876"/>
          <a:ext cx="961235" cy="961235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uk-UA" sz="3600" kern="1200"/>
        </a:p>
      </dsp:txBody>
      <dsp:txXfrm>
        <a:off x="7057676" y="2836876"/>
        <a:ext cx="528679" cy="72332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diagrams.loki3.com/BracketList+Icon">
  <dgm:title val="Вертикальний список із дужками"/>
  <dgm:desc val="Використовується для відображення згрупованих блоків інформації. Рекомендовано використовувати для великої кількості тексту рівня 2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layout/ReverseList">
  <dgm:title val=""/>
  <dgm:desc val=""/>
  <dgm:catLst>
    <dgm:cat type="relationship" pri="38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40" srcId="0" destId="10" srcOrd="0" destOrd="0"/>
        <dgm:cxn modelId="50" srcId="0" destId="20" srcOrd="1" destOrd="0"/>
      </dgm:cxnLst>
      <dgm:bg/>
      <dgm:whole/>
    </dgm:dataModel>
  </dgm:clrData>
  <dgm:layoutNode name="Name0">
    <dgm:varLst>
      <dgm:chMax val="2"/>
      <dgm:chPref val="2"/>
      <dgm:animLvl val="lvl"/>
    </dgm:varLst>
    <dgm:choose name="Name1">
      <dgm:if name="Name2" axis="ch" ptType="node" func="cnt" op="lte" val="1">
        <dgm:alg type="composite">
          <dgm:param type="ar" val="0.9993"/>
        </dgm:alg>
      </dgm:if>
      <dgm:else name="Name3">
        <dgm:alg type="composite">
          <dgm:param type="ar" val="0.8036"/>
        </dgm:alg>
      </dgm:else>
    </dgm:choose>
    <dgm:shape xmlns:r="http://schemas.openxmlformats.org/officeDocument/2006/relationships" r:blip="">
      <dgm:adjLst/>
    </dgm:shape>
    <dgm:choose name="Name4">
      <dgm:if name="Name5" axis="ch" ptType="node" func="cnt" op="lte" val="1">
        <dgm:constrLst>
          <dgm:constr type="primFontSz" for="des" ptType="node" op="equ" val="65"/>
          <dgm:constr type="l" for="ch" forName="LeftNode" refType="w" fact="0"/>
          <dgm:constr type="t" for="ch" forName="LeftNode" refType="h" fact="0.25"/>
          <dgm:constr type="w" for="ch" forName="LeftNode" refType="w" fact="0.5"/>
          <dgm:constr type="h" for="ch" forName="LeftNode" refType="h"/>
          <dgm:constr type="l" for="ch" forName="LeftText" refType="w" fact="0"/>
          <dgm:constr type="t" for="ch" forName="LeftText" refType="h" fact="0.25"/>
          <dgm:constr type="w" for="ch" forName="LeftText" refType="w" fact="0.5"/>
          <dgm:constr type="h" for="ch" forName="LeftText" refType="h"/>
        </dgm:constrLst>
      </dgm:if>
      <dgm:else name="Name6">
        <dgm:constrLst>
          <dgm:constr type="primFontSz" for="des" ptType="node" op="equ" val="65"/>
          <dgm:constr type="l" for="ch" forName="LeftNode" refType="w" fact="0"/>
          <dgm:constr type="t" for="ch" forName="LeftNode" refType="h" fact="0.1786"/>
          <dgm:constr type="w" for="ch" forName="LeftNode" refType="w" fact="0.4889"/>
          <dgm:constr type="h" for="ch" forName="LeftNode" refType="h" fact="0.6429"/>
          <dgm:constr type="l" for="ch" forName="LeftText" refType="w" fact="0"/>
          <dgm:constr type="t" for="ch" forName="LeftText" refType="h" fact="0.1786"/>
          <dgm:constr type="w" for="ch" forName="LeftText" refType="w" fact="0.4889"/>
          <dgm:constr type="h" for="ch" forName="LeftText" refType="h" fact="0.6429"/>
          <dgm:constr type="l" for="ch" forName="RightNode" refType="w" fact="0.5111"/>
          <dgm:constr type="t" for="ch" forName="RightNode" refType="h" fact="0.1786"/>
          <dgm:constr type="w" for="ch" forName="RightNode" refType="w" fact="0.4889"/>
          <dgm:constr type="h" for="ch" forName="RightNode" refType="h" fact="0.6429"/>
          <dgm:constr type="l" for="ch" forName="RightText" refType="w" fact="0.5111"/>
          <dgm:constr type="t" for="ch" forName="RightText" refType="h" fact="0.1786"/>
          <dgm:constr type="w" for="ch" forName="RightText" refType="w" fact="0.4889"/>
          <dgm:constr type="h" for="ch" forName="RightText" refType="h" fact="0.6429"/>
          <dgm:constr type="l" for="ch" forName="TopArrow" refType="w" fact="0.2444"/>
          <dgm:constr type="t" for="ch" forName="TopArrow" refType="h" fact="0"/>
          <dgm:constr type="w" for="ch" forName="TopArrow" refType="w" fact="0.5111"/>
          <dgm:constr type="h" for="ch" forName="TopArrow" refType="h" fact="0.4107"/>
          <dgm:constr type="l" for="ch" forName="BottomArrow" refType="w" fact="0.2444"/>
          <dgm:constr type="t" for="ch" forName="BottomArrow" refType="h" fact="0.5893"/>
          <dgm:constr type="w" for="ch" forName="BottomArrow" refType="w" fact="0.5111"/>
          <dgm:constr type="h" for="ch" forName="BottomArrow" refType="h" fact="0.4107"/>
        </dgm:constrLst>
      </dgm:else>
    </dgm:choose>
    <dgm:choose name="Name7">
      <dgm:if name="Name8" axis="ch" ptType="node" func="cnt" op="gte" val="1">
        <dgm:layoutNode name="LeftText" styleLbl="revTx" moveWith="LeftNode">
          <dgm:varLst>
            <dgm:bulletEnabled val="1"/>
          </dgm:varLst>
          <dgm:alg type="tx">
            <dgm:param type="txAnchorVert" val="t"/>
            <dgm:param type="parTxLTRAlign" val="l"/>
          </dgm:alg>
          <dgm:choose name="Name9">
            <dgm:if name="Name10" axis="ch" ptType="node" func="cnt" op="lte" val="1">
              <dgm:shape xmlns:r="http://schemas.openxmlformats.org/officeDocument/2006/relationships" type="roundRect" r:blip="" hideGeom="1">
                <dgm:adjLst>
                  <dgm:adj idx="1" val="0.1667"/>
                  <dgm:adj idx="2" val="0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5"/>
                <dgm:constr type="bMarg" refType="primFontSz" fact="0.5"/>
              </dgm:constrLst>
            </dgm:if>
            <dgm:else name="Name11">
              <dgm:shape xmlns:r="http://schemas.openxmlformats.org/officeDocument/2006/relationships" rot="270" type="round2SameRect" r:blip="" hideGeom="1">
                <dgm:adjLst>
                  <dgm:adj idx="1" val="0.1667"/>
                  <dgm:adj idx="2" val="0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45"/>
                <dgm:constr type="tMarg" refType="primFontSz" fact="0.5"/>
                <dgm:constr type="bMarg" refType="primFontSz" fact="0.5"/>
              </dgm:constrLst>
            </dgm:else>
          </dgm:choose>
          <dgm:ruleLst>
            <dgm:rule type="primFontSz" val="5" fact="NaN" max="NaN"/>
          </dgm:ruleLst>
        </dgm:layoutNode>
        <dgm:layoutNode name="LeftNode" styleLbl="bgImgPlace1">
          <dgm:varLst>
            <dgm:chMax val="2"/>
            <dgm:chPref val="2"/>
          </dgm:varLst>
          <dgm:alg type="sp"/>
          <dgm:choose name="Name12">
            <dgm:if name="Name13" axis="ch" ptType="node" func="cnt" op="lte" val="1">
              <dgm:shape xmlns:r="http://schemas.openxmlformats.org/officeDocument/2006/relationships" type="roundRect" r:blip="">
                <dgm:adjLst>
                  <dgm:adj idx="1" val="0.1667"/>
                  <dgm:adj idx="2" val="0"/>
                </dgm:adjLst>
              </dgm:shape>
            </dgm:if>
            <dgm:else name="Name14">
              <dgm:shape xmlns:r="http://schemas.openxmlformats.org/officeDocument/2006/relationships" rot="270" type="round2SameRect" r:blip="">
                <dgm:adjLst>
                  <dgm:adj idx="1" val="0.1667"/>
                  <dgm:adj idx="2" val="0"/>
                </dgm:adjLst>
              </dgm:shape>
            </dgm:else>
          </dgm:choose>
          <dgm:presOf axis="ch desOrSelf" ptType="node node" st="1 1" cnt="1 0"/>
        </dgm:layoutNode>
        <dgm:choose name="Name15">
          <dgm:if name="Name16" axis="ch" ptType="node" func="cnt" op="gte" val="2">
            <dgm:layoutNode name="RightText" styleLbl="revTx" moveWith="RightNode">
              <dgm:varLst>
                <dgm:bulletEnabled val="1"/>
              </dgm:varLst>
              <dgm:alg type="tx">
                <dgm:param type="txAnchorVert" val="t"/>
                <dgm:param type="parTxLTRAlign" val="l"/>
              </dgm:alg>
              <dgm:shape xmlns:r="http://schemas.openxmlformats.org/officeDocument/2006/relationships" rot="90" type="round2SameRect" r:blip="" hideGeom="1">
                <dgm:adjLst>
                  <dgm:adj idx="1" val="0.1667"/>
                  <dgm:adj idx="2" val="0"/>
                </dgm:adjLst>
              </dgm:shape>
              <dgm:presOf axis="ch desOrSelf" ptType="node node" st="2 1" cnt="1 0"/>
              <dgm:constrLst>
                <dgm:constr type="lMarg" refType="primFontSz" fact="0.45"/>
                <dgm:constr type="rMarg" refType="primFontSz" fact="0.3"/>
                <dgm:constr type="tMarg" refType="primFontSz" fact="0.5"/>
                <dgm:constr type="bMarg" refType="primFontSz" fact="0.5"/>
              </dgm:constrLst>
              <dgm:ruleLst>
                <dgm:rule type="primFontSz" val="5" fact="NaN" max="NaN"/>
              </dgm:ruleLst>
            </dgm:layoutNode>
            <dgm:layoutNode name="RightNode" styleLbl="bgImgPlace1">
              <dgm:varLst>
                <dgm:chMax val="0"/>
                <dgm:chPref val="0"/>
              </dgm:varLst>
              <dgm:alg type="sp"/>
              <dgm:shape xmlns:r="http://schemas.openxmlformats.org/officeDocument/2006/relationships" rot="90" type="round2SameRect" r:blip="">
                <dgm:adjLst>
                  <dgm:adj idx="1" val="0.1667"/>
                  <dgm:adj idx="2" val="0"/>
                </dgm:adjLst>
              </dgm:shape>
              <dgm:presOf axis="ch desOrSelf" ptType="node node" st="2 1" cnt="1 0"/>
            </dgm:layoutNode>
            <dgm:layoutNode name="TopArrow">
              <dgm:alg type="sp"/>
              <dgm:shape xmlns:r="http://schemas.openxmlformats.org/officeDocument/2006/relationships" type="circularArrow" r:blip="">
                <dgm:adjLst>
                  <dgm:adj idx="1" val="0.125"/>
                  <dgm:adj idx="2" val="19.0387"/>
                  <dgm:adj idx="3" val="-19.0387"/>
                  <dgm:adj idx="4" val="180"/>
                  <dgm:adj idx="5" val="0.125"/>
                </dgm:adjLst>
              </dgm:shape>
              <dgm:presOf/>
            </dgm:layoutNode>
            <dgm:layoutNode name="BottomArrow">
              <dgm:alg type="sp"/>
              <dgm:shape xmlns:r="http://schemas.openxmlformats.org/officeDocument/2006/relationships" rot="180" type="circularArrow" r:blip="">
                <dgm:adjLst>
                  <dgm:adj idx="1" val="0.125"/>
                  <dgm:adj idx="2" val="19.0387"/>
                  <dgm:adj idx="3" val="-19.0387"/>
                  <dgm:adj idx="4" val="180"/>
                  <dgm:adj idx="5" val="0.125"/>
                </dgm:adjLst>
              </dgm:shape>
              <dgm:presOf/>
            </dgm:layoutNode>
          </dgm:if>
          <dgm:else name="Name17"/>
        </dgm:choose>
      </dgm:if>
      <dgm:else name="Name18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D29693-DECF-48FF-A0C1-E0CE7502FF2E}" type="datetimeFigureOut">
              <a:rPr lang="uk-UA" smtClean="0"/>
              <a:t>17.11.2023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 smtClean="0"/>
              <a:t>Зразок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П'ятий рівень</a:t>
            </a:r>
            <a:endParaRPr lang="uk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88731A-6B4D-41B3-81F6-F31F43184D63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985611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uk-UA" smtClean="0"/>
              <a:t>Зразок підзаголовка</a:t>
            </a:r>
            <a:endParaRPr lang="uk-UA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D999B2-F8FB-4D11-AF93-5BBA58F2D419}" type="datetime1">
              <a:rPr lang="uk-UA" smtClean="0"/>
              <a:t>17.11.2023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D9491-D6EC-4C68-844F-2CA4534D854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38835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і об'є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 smtClean="0"/>
              <a:t>Зразок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П'ятий рівень</a:t>
            </a:r>
            <a:endParaRPr lang="uk-UA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99C294-018A-4F1C-AED4-E226D768A408}" type="datetime1">
              <a:rPr lang="uk-UA" smtClean="0"/>
              <a:t>17.11.2023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D9491-D6EC-4C68-844F-2CA4534D854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56202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 smtClean="0"/>
              <a:t>Зразок тексту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D51D7-9E8B-4B9F-9E78-80BA51992221}" type="datetime1">
              <a:rPr lang="uk-UA" smtClean="0"/>
              <a:t>17.11.2023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D9491-D6EC-4C68-844F-2CA4534D854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2163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'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вмісту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uk-UA" smtClean="0"/>
              <a:t>Зразок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П'ятий рівень</a:t>
            </a:r>
            <a:endParaRPr lang="uk-UA"/>
          </a:p>
        </p:txBody>
      </p:sp>
      <p:sp>
        <p:nvSpPr>
          <p:cNvPr id="4" name="Місце для вмісту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uk-UA" smtClean="0"/>
              <a:t>Зразок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П'ятий рівень</a:t>
            </a:r>
            <a:endParaRPr lang="uk-UA"/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E3D4D-AD4D-419E-8F9C-5538D8CBF574}" type="datetime1">
              <a:rPr lang="uk-UA" smtClean="0"/>
              <a:t>17.11.2023</a:t>
            </a:fld>
            <a:endParaRPr lang="uk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D9491-D6EC-4C68-844F-2CA4534D854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14211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 smtClean="0"/>
              <a:t>Зразок тексту</a:t>
            </a:r>
          </a:p>
        </p:txBody>
      </p:sp>
      <p:sp>
        <p:nvSpPr>
          <p:cNvPr id="4" name="Місце для вмісту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 smtClean="0"/>
              <a:t>Зразок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П'ятий рівень</a:t>
            </a:r>
            <a:endParaRPr lang="uk-UA"/>
          </a:p>
        </p:txBody>
      </p:sp>
      <p:sp>
        <p:nvSpPr>
          <p:cNvPr id="5" name="Місце для тексту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 smtClean="0"/>
              <a:t>Зразок тексту</a:t>
            </a:r>
          </a:p>
        </p:txBody>
      </p:sp>
      <p:sp>
        <p:nvSpPr>
          <p:cNvPr id="6" name="Місце для вмісту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 smtClean="0"/>
              <a:t>Зразок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П'ятий рівень</a:t>
            </a:r>
            <a:endParaRPr lang="uk-UA"/>
          </a:p>
        </p:txBody>
      </p:sp>
      <p:sp>
        <p:nvSpPr>
          <p:cNvPr id="7" name="Місце для дати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554E8-7443-4E69-A7EB-ED27E1584DCC}" type="datetime1">
              <a:rPr lang="uk-UA" smtClean="0"/>
              <a:t>17.11.2023</a:t>
            </a:fld>
            <a:endParaRPr lang="uk-UA"/>
          </a:p>
        </p:txBody>
      </p:sp>
      <p:sp>
        <p:nvSpPr>
          <p:cNvPr id="8" name="Місце для нижнього колонтитула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D9491-D6EC-4C68-844F-2CA4534D854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27991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DB34B4-5495-48F9-8E5C-C445B2FB7152}" type="datetime1">
              <a:rPr lang="uk-UA" smtClean="0"/>
              <a:t>17.11.2023</a:t>
            </a:fld>
            <a:endParaRPr lang="uk-UA"/>
          </a:p>
        </p:txBody>
      </p:sp>
      <p:sp>
        <p:nvSpPr>
          <p:cNvPr id="4" name="Місце для нижнього колонтитула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D9491-D6EC-4C68-844F-2CA4534D854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46315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20A6D-E8E2-45B6-8D85-58E853E454FC}" type="datetime1">
              <a:rPr lang="uk-UA" smtClean="0"/>
              <a:t>17.11.2023</a:t>
            </a:fld>
            <a:endParaRPr lang="uk-UA"/>
          </a:p>
        </p:txBody>
      </p:sp>
      <p:sp>
        <p:nvSpPr>
          <p:cNvPr id="3" name="Місце для нижнього колонтитула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D9491-D6EC-4C68-844F-2CA4534D854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9122625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 smtClean="0"/>
              <a:t>Зразок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П'ятий рівень</a:t>
            </a:r>
            <a:endParaRPr lang="uk-UA"/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 smtClean="0"/>
              <a:t>Зразок тексту</a:t>
            </a:r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4D59E-90C4-41FB-BC96-998B3DE9D0D9}" type="datetime1">
              <a:rPr lang="uk-UA" smtClean="0"/>
              <a:t>17.11.2023</a:t>
            </a:fld>
            <a:endParaRPr lang="uk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D9491-D6EC-4C68-844F-2CA4534D854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636317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Зображенн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зображення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 smtClean="0"/>
              <a:t>Зразок тексту</a:t>
            </a:r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6F99F-D9B0-4B80-90A1-170215E333BB}" type="datetime1">
              <a:rPr lang="uk-UA" smtClean="0"/>
              <a:t>17.11.2023</a:t>
            </a:fld>
            <a:endParaRPr lang="uk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D9491-D6EC-4C68-844F-2CA4534D854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167111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вертикального тексту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 smtClean="0"/>
              <a:t>Зразок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П'ятий рівень</a:t>
            </a:r>
            <a:endParaRPr lang="uk-UA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B873C-FD68-4D5E-80D1-E008FDEC37B3}" type="datetime1">
              <a:rPr lang="uk-UA" smtClean="0"/>
              <a:t>17.11.2023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D9491-D6EC-4C68-844F-2CA4534D854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84893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вертикального тексту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uk-UA" smtClean="0"/>
              <a:t>Зразок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П'ятий рівень</a:t>
            </a:r>
            <a:endParaRPr lang="uk-UA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48582-A38D-45AB-8F56-9B43E7C4DE1C}" type="datetime1">
              <a:rPr lang="uk-UA" smtClean="0"/>
              <a:t>17.11.2023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D9491-D6EC-4C68-844F-2CA4534D854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099749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 smtClean="0"/>
              <a:t>Зразок заголовка</a:t>
            </a:r>
            <a:endParaRPr lang="uk-UA"/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 smtClean="0"/>
              <a:t>Зразок тексту</a:t>
            </a:r>
          </a:p>
          <a:p>
            <a:pPr lvl="1"/>
            <a:r>
              <a:rPr lang="uk-UA" smtClean="0"/>
              <a:t>Другий рівень</a:t>
            </a:r>
          </a:p>
          <a:p>
            <a:pPr lvl="2"/>
            <a:r>
              <a:rPr lang="uk-UA" smtClean="0"/>
              <a:t>Третій рівень</a:t>
            </a:r>
          </a:p>
          <a:p>
            <a:pPr lvl="3"/>
            <a:r>
              <a:rPr lang="uk-UA" smtClean="0"/>
              <a:t>Четвертий рівень</a:t>
            </a:r>
          </a:p>
          <a:p>
            <a:pPr lvl="4"/>
            <a:r>
              <a:rPr lang="uk-UA" smtClean="0"/>
              <a:t>П'ятий рівень</a:t>
            </a:r>
            <a:endParaRPr lang="uk-UA"/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1915BA-30D8-416D-9B75-006DBEC1F6C6}" type="datetime1">
              <a:rPr lang="uk-UA" smtClean="0"/>
              <a:t>17.11.2023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ED9491-D6EC-4C68-844F-2CA4534D854D}" type="slidenum">
              <a:rPr lang="uk-UA" smtClean="0"/>
              <a:t>‹№›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278193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lvl="0"/>
            <a:r>
              <a:rPr lang="uk-UA" dirty="0" smtClean="0"/>
              <a:t>О</a:t>
            </a:r>
            <a:r>
              <a:rPr lang="uk-UA" dirty="0" smtClean="0"/>
              <a:t>бчислювальна складність </a:t>
            </a:r>
            <a:r>
              <a:rPr lang="uk-UA" dirty="0" smtClean="0"/>
              <a:t>алгоритмів</a:t>
            </a:r>
            <a:endParaRPr lang="uk-UA" dirty="0"/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>
          <a:xfrm>
            <a:off x="467544" y="4437112"/>
            <a:ext cx="8280920" cy="1752600"/>
          </a:xfrm>
        </p:spPr>
        <p:txBody>
          <a:bodyPr>
            <a:normAutofit/>
          </a:bodyPr>
          <a:lstStyle/>
          <a:p>
            <a:pPr algn="r"/>
            <a:r>
              <a:rPr lang="uk-UA" sz="2400" dirty="0" smtClean="0"/>
              <a:t>Лекція 11 </a:t>
            </a:r>
          </a:p>
          <a:p>
            <a:pPr algn="r"/>
            <a:r>
              <a:rPr lang="uk-UA" sz="2400" dirty="0" smtClean="0"/>
              <a:t>з дисципліни «Якість ПЗ та тестування»</a:t>
            </a:r>
          </a:p>
          <a:p>
            <a:pPr algn="r"/>
            <a:r>
              <a:rPr lang="uk-UA" sz="2400" dirty="0" smtClean="0"/>
              <a:t>Викладач: Олена Сергіївна Куроп’ятник</a:t>
            </a:r>
            <a:endParaRPr lang="uk-UA" sz="2400" dirty="0"/>
          </a:p>
        </p:txBody>
      </p:sp>
      <p:pic>
        <p:nvPicPr>
          <p:cNvPr id="1026" name="Picture 2" descr="D:\Job\профорієнтація\121 кіт\Новый проект (1).png"/>
          <p:cNvPicPr>
            <a:picLocks noChangeAspect="1" noChangeArrowheads="1"/>
          </p:cNvPicPr>
          <p:nvPr/>
        </p:nvPicPr>
        <p:blipFill>
          <a:blip r:embed="rId2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-243408"/>
            <a:ext cx="2996952" cy="2996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1404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Критерії вибору алгоритму</a:t>
            </a:r>
            <a:endParaRPr lang="uk-UA" dirty="0"/>
          </a:p>
        </p:txBody>
      </p:sp>
      <p:graphicFrame>
        <p:nvGraphicFramePr>
          <p:cNvPr id="5" name="Місце для вмісту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9250613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номер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D9491-D6EC-4C68-844F-2CA4534D854D}" type="slidenum">
              <a:rPr lang="uk-UA" smtClean="0"/>
              <a:t>2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377290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 smtClean="0"/>
              <a:t>Обчислювальна складність алгоритму</a:t>
            </a:r>
            <a:endParaRPr lang="uk-UA" dirty="0"/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uk-UA" dirty="0" smtClean="0">
                <a:solidFill>
                  <a:schemeClr val="accent1"/>
                </a:solidFill>
              </a:rPr>
              <a:t>Залежить від кількості вхідних даних.</a:t>
            </a:r>
          </a:p>
          <a:p>
            <a:pPr marL="0" indent="0">
              <a:buNone/>
            </a:pPr>
            <a:r>
              <a:rPr lang="uk-UA" dirty="0" smtClean="0"/>
              <a:t>Якщо алгоритм реалізує функцію</a:t>
            </a:r>
          </a:p>
          <a:p>
            <a:pPr marL="0" indent="0" algn="ctr">
              <a:buNone/>
            </a:pPr>
            <a:r>
              <a:rPr lang="en-US" dirty="0"/>
              <a:t>y=f(x), x </a:t>
            </a:r>
            <a:r>
              <a:rPr lang="en-US" dirty="0" smtClean="0">
                <a:sym typeface="Symbol"/>
              </a:rPr>
              <a:t></a:t>
            </a:r>
            <a:r>
              <a:rPr lang="en-US" dirty="0" smtClean="0"/>
              <a:t>X</a:t>
            </a:r>
            <a:r>
              <a:rPr lang="en-US" dirty="0"/>
              <a:t>, y </a:t>
            </a:r>
            <a:r>
              <a:rPr lang="en-US" dirty="0">
                <a:sym typeface="Symbol"/>
              </a:rPr>
              <a:t> </a:t>
            </a:r>
            <a:r>
              <a:rPr lang="en-US" dirty="0" smtClean="0"/>
              <a:t>Y </a:t>
            </a:r>
            <a:endParaRPr lang="en-US" dirty="0"/>
          </a:p>
          <a:p>
            <a:pPr marL="0" indent="0">
              <a:buNone/>
            </a:pPr>
            <a:r>
              <a:rPr lang="uk-UA" dirty="0" smtClean="0"/>
              <a:t>де </a:t>
            </a:r>
            <a:r>
              <a:rPr lang="en-US" dirty="0"/>
              <a:t>X </a:t>
            </a:r>
            <a:r>
              <a:rPr lang="en-US" dirty="0" smtClean="0"/>
              <a:t>– </a:t>
            </a:r>
            <a:r>
              <a:rPr lang="uk-UA" dirty="0" smtClean="0"/>
              <a:t>множина вхідних </a:t>
            </a:r>
            <a:r>
              <a:rPr lang="uk-UA" dirty="0"/>
              <a:t>даних, для кожного елемента якого алгоритм за кінцевий час повинен знайти результат, який є елементом множини </a:t>
            </a:r>
            <a:r>
              <a:rPr lang="en-US" dirty="0"/>
              <a:t>Y, </a:t>
            </a:r>
            <a:r>
              <a:rPr lang="uk-UA" dirty="0"/>
              <a:t>то існує функція:</a:t>
            </a:r>
          </a:p>
          <a:p>
            <a:pPr marL="0" indent="0" algn="ctr">
              <a:buNone/>
            </a:pPr>
            <a:r>
              <a:rPr lang="en-US" dirty="0" smtClean="0"/>
              <a:t>k=g(f(x)), </a:t>
            </a:r>
            <a:endParaRPr lang="uk-UA" dirty="0" smtClean="0"/>
          </a:p>
          <a:p>
            <a:pPr marL="0" indent="0">
              <a:buNone/>
            </a:pPr>
            <a:r>
              <a:rPr lang="en-US" dirty="0" smtClean="0"/>
              <a:t>k </a:t>
            </a:r>
            <a:r>
              <a:rPr lang="en-US" dirty="0"/>
              <a:t>- </a:t>
            </a:r>
            <a:r>
              <a:rPr lang="uk-UA" dirty="0"/>
              <a:t>загальна кількість обчислювальних операцій, що </a:t>
            </a:r>
            <a:r>
              <a:rPr lang="uk-UA" dirty="0" smtClean="0"/>
              <a:t>виконуються </a:t>
            </a:r>
            <a:r>
              <a:rPr lang="uk-UA" dirty="0"/>
              <a:t>алгоритмом для досягнення </a:t>
            </a:r>
            <a:r>
              <a:rPr lang="uk-UA" dirty="0" smtClean="0"/>
              <a:t>результату.</a:t>
            </a:r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D9491-D6EC-4C68-844F-2CA4534D854D}" type="slidenum">
              <a:rPr lang="uk-UA" smtClean="0"/>
              <a:t>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93334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uk-UA" dirty="0" smtClean="0"/>
              <a:t>Складність алгоритму</a:t>
            </a:r>
            <a:endParaRPr lang="uk-UA" dirty="0"/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539552" y="1628800"/>
            <a:ext cx="8229600" cy="1872208"/>
          </a:xfrm>
        </p:spPr>
        <p:txBody>
          <a:bodyPr>
            <a:normAutofit fontScale="85000" lnSpcReduction="10000"/>
          </a:bodyPr>
          <a:lstStyle/>
          <a:p>
            <a:r>
              <a:rPr lang="uk-UA" dirty="0" smtClean="0"/>
              <a:t>Обчислювальна складність – властивість алгоритму, що пов’язана з кількістю обчислень.</a:t>
            </a:r>
          </a:p>
          <a:p>
            <a:r>
              <a:rPr lang="uk-UA" dirty="0" smtClean="0"/>
              <a:t>Дозволяє спрогнозувати часові показники роботи.</a:t>
            </a:r>
          </a:p>
          <a:p>
            <a:r>
              <a:rPr lang="uk-UA" dirty="0" smtClean="0"/>
              <a:t>Застосовується як критерій вибору алгоритму.</a:t>
            </a:r>
          </a:p>
          <a:p>
            <a:endParaRPr lang="uk-UA" dirty="0"/>
          </a:p>
        </p:txBody>
      </p:sp>
      <p:sp>
        <p:nvSpPr>
          <p:cNvPr id="5" name="Місце для номер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F593F-0D5B-4CF0-BEE2-6583C73E7271}" type="slidenum">
              <a:rPr lang="uk-UA" smtClean="0"/>
              <a:t>4</a:t>
            </a:fld>
            <a:endParaRPr lang="uk-UA" dirty="0"/>
          </a:p>
        </p:txBody>
      </p:sp>
      <p:sp>
        <p:nvSpPr>
          <p:cNvPr id="4" name="Прямокутник 3"/>
          <p:cNvSpPr/>
          <p:nvPr/>
        </p:nvSpPr>
        <p:spPr>
          <a:xfrm>
            <a:off x="537997" y="3501008"/>
            <a:ext cx="777796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/>
            </a:scene3d>
            <a:sp3d contourW="19050" prstMaterial="clear">
              <a:bevelT w="50800" h="50800"/>
              <a:contourClr>
                <a:schemeClr val="accent5">
                  <a:tint val="70000"/>
                  <a:satMod val="180000"/>
                  <a:alpha val="70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 smtClean="0">
                <a:ln/>
                <a:solidFill>
                  <a:schemeClr val="accent5">
                    <a:tint val="50000"/>
                    <a:satMod val="180000"/>
                  </a:schemeClr>
                </a:solidFill>
                <a:effectLst/>
              </a:rPr>
              <a:t>Computational complexity</a:t>
            </a:r>
            <a:endParaRPr lang="uk-UA" sz="5400" b="1" cap="none" spc="0" dirty="0">
              <a:ln/>
              <a:solidFill>
                <a:schemeClr val="accent5">
                  <a:tint val="50000"/>
                  <a:satMod val="180000"/>
                </a:schemeClr>
              </a:solidFill>
              <a:effectLst/>
            </a:endParaRPr>
          </a:p>
        </p:txBody>
      </p:sp>
      <p:sp>
        <p:nvSpPr>
          <p:cNvPr id="6" name="Прямокутник 5"/>
          <p:cNvSpPr/>
          <p:nvPr/>
        </p:nvSpPr>
        <p:spPr>
          <a:xfrm>
            <a:off x="3419872" y="4293096"/>
            <a:ext cx="492173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/>
            </a:scene3d>
            <a:sp3d contourW="19050" prstMaterial="clear">
              <a:bevelT w="50800" h="50800"/>
              <a:contourClr>
                <a:schemeClr val="accent5">
                  <a:tint val="70000"/>
                  <a:satMod val="180000"/>
                  <a:alpha val="70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 smtClean="0">
                <a:ln/>
                <a:solidFill>
                  <a:schemeClr val="accent5">
                    <a:tint val="50000"/>
                    <a:satMod val="180000"/>
                  </a:schemeClr>
                </a:solidFill>
                <a:effectLst/>
              </a:rPr>
              <a:t>Time complexity</a:t>
            </a:r>
            <a:endParaRPr lang="uk-UA" sz="5400" b="1" cap="none" spc="0" dirty="0">
              <a:ln/>
              <a:solidFill>
                <a:schemeClr val="accent5">
                  <a:tint val="50000"/>
                  <a:satMod val="180000"/>
                </a:schemeClr>
              </a:solidFill>
              <a:effectLst/>
            </a:endParaRPr>
          </a:p>
        </p:txBody>
      </p:sp>
      <p:sp>
        <p:nvSpPr>
          <p:cNvPr id="8" name="Прямокутник 7"/>
          <p:cNvSpPr/>
          <p:nvPr/>
        </p:nvSpPr>
        <p:spPr>
          <a:xfrm>
            <a:off x="4788024" y="5195081"/>
            <a:ext cx="342151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/>
            </a:scene3d>
            <a:sp3d contourW="19050" prstMaterial="clear">
              <a:bevelT w="50800" h="50800"/>
              <a:contourClr>
                <a:schemeClr val="accent5">
                  <a:tint val="70000"/>
                  <a:satMod val="180000"/>
                  <a:alpha val="70000"/>
                </a:schemeClr>
              </a:contourClr>
            </a:sp3d>
          </a:bodyPr>
          <a:lstStyle/>
          <a:p>
            <a:pPr algn="ctr"/>
            <a:r>
              <a:rPr lang="en-US" sz="5400" b="1" dirty="0">
                <a:ln/>
                <a:solidFill>
                  <a:schemeClr val="accent5">
                    <a:tint val="50000"/>
                    <a:satMod val="180000"/>
                  </a:schemeClr>
                </a:solidFill>
              </a:rPr>
              <a:t>C</a:t>
            </a:r>
            <a:r>
              <a:rPr lang="en-US" sz="5400" b="1" cap="none" spc="0" dirty="0" smtClean="0">
                <a:ln/>
                <a:solidFill>
                  <a:schemeClr val="accent5">
                    <a:tint val="50000"/>
                    <a:satMod val="180000"/>
                  </a:schemeClr>
                </a:solidFill>
                <a:effectLst/>
              </a:rPr>
              <a:t>omplexity</a:t>
            </a:r>
            <a:endParaRPr lang="uk-UA" sz="5400" b="1" cap="none" spc="0" dirty="0">
              <a:ln/>
              <a:solidFill>
                <a:schemeClr val="accent5">
                  <a:tint val="50000"/>
                  <a:satMod val="180000"/>
                </a:schemeClr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655050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 smtClean="0"/>
              <a:t>Обчислювальна складність та часова ефективність алгоритму</a:t>
            </a:r>
            <a:endParaRPr lang="uk-UA" dirty="0"/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395536" y="1916832"/>
            <a:ext cx="3898776" cy="377301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uk-UA" dirty="0"/>
              <a:t>Обчислення часу виконання алгоритму на </a:t>
            </a:r>
            <a:r>
              <a:rPr lang="uk-UA" dirty="0" smtClean="0"/>
              <a:t>конкретному пристрої за </a:t>
            </a:r>
            <a:r>
              <a:rPr lang="uk-UA" dirty="0"/>
              <a:t>відомою кількістю застосовуваних операцій неможливе з причин, пов'язаних з багатьма засобами </a:t>
            </a:r>
            <a:r>
              <a:rPr lang="uk-UA" dirty="0" err="1"/>
              <a:t>розпаралелювання</a:t>
            </a:r>
            <a:r>
              <a:rPr lang="uk-UA" dirty="0"/>
              <a:t> обчислень, таких як конвеєризація, наявність кількох конвеєрів або процесорів, </a:t>
            </a:r>
            <a:r>
              <a:rPr lang="uk-UA" dirty="0" smtClean="0"/>
              <a:t>непередбачуваністю </a:t>
            </a:r>
            <a:r>
              <a:rPr lang="uk-UA" dirty="0"/>
              <a:t>часу виконання допоміжних операцій, таких , як доступ до даних</a:t>
            </a:r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D9491-D6EC-4C68-844F-2CA4534D854D}" type="slidenum">
              <a:rPr lang="uk-UA" smtClean="0"/>
              <a:t>5</a:t>
            </a:fld>
            <a:endParaRPr lang="uk-UA"/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3599047253"/>
              </p:ext>
            </p:extLst>
          </p:nvPr>
        </p:nvGraphicFramePr>
        <p:xfrm>
          <a:off x="3203848" y="1484784"/>
          <a:ext cx="7344816" cy="50405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81343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 smtClean="0"/>
              <a:t>Необхідність знання часової ефективності</a:t>
            </a:r>
            <a:endParaRPr lang="uk-UA" dirty="0"/>
          </a:p>
        </p:txBody>
      </p:sp>
      <p:graphicFrame>
        <p:nvGraphicFramePr>
          <p:cNvPr id="5" name="Місце для вмісту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28601977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номер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D9491-D6EC-4C68-844F-2CA4534D854D}" type="slidenum">
              <a:rPr lang="uk-UA" smtClean="0"/>
              <a:t>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40858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 smtClean="0"/>
              <a:t>Випадки використання алгоритму</a:t>
            </a:r>
            <a:endParaRPr lang="uk-UA" dirty="0"/>
          </a:p>
        </p:txBody>
      </p:sp>
      <p:graphicFrame>
        <p:nvGraphicFramePr>
          <p:cNvPr id="5" name="Місце для вмісту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5902067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номер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F593F-0D5B-4CF0-BEE2-6583C73E7271}" type="slidenum">
              <a:rPr lang="uk-UA" smtClean="0"/>
              <a:t>7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918686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Анал</a:t>
            </a:r>
            <a:r>
              <a:rPr lang="uk-UA" dirty="0" smtClean="0"/>
              <a:t>із алгоритму по </a:t>
            </a:r>
            <a:r>
              <a:rPr lang="uk-UA" dirty="0" err="1" smtClean="0"/>
              <a:t>Кнуту</a:t>
            </a:r>
            <a:endParaRPr lang="uk-UA" dirty="0"/>
          </a:p>
        </p:txBody>
      </p:sp>
      <p:graphicFrame>
        <p:nvGraphicFramePr>
          <p:cNvPr id="5" name="Місце для вмісту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90460409"/>
              </p:ext>
            </p:extLst>
          </p:nvPr>
        </p:nvGraphicFramePr>
        <p:xfrm>
          <a:off x="457200" y="1196752"/>
          <a:ext cx="8435280" cy="49294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номер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D9491-D6EC-4C68-844F-2CA4534D854D}" type="slidenum">
              <a:rPr lang="uk-UA" smtClean="0"/>
              <a:t>8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176437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Оцінка ефективності алгоритму*</a:t>
            </a:r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D9491-D6EC-4C68-844F-2CA4534D854D}" type="slidenum">
              <a:rPr lang="uk-UA" smtClean="0"/>
              <a:t>9</a:t>
            </a:fld>
            <a:endParaRPr lang="uk-U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979712" y="1412776"/>
                <a:ext cx="4536504" cy="6243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/>
                      </a:rPr>
                      <m:t>𝑡</m:t>
                    </m:r>
                    <m:d>
                      <m:dPr>
                        <m:ctrlPr>
                          <a:rPr lang="en-US" sz="32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/>
                          </a:rPr>
                          <m:t>𝐴</m:t>
                        </m:r>
                      </m:e>
                    </m:d>
                    <m:r>
                      <a:rPr lang="en-US" sz="3200" b="0" i="1" smtClean="0">
                        <a:latin typeface="Cambria Math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3200" b="0" i="1" smtClean="0">
                            <a:latin typeface="Cambria Math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sz="3200" b="0" i="1" smtClean="0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/>
                              </a:rPr>
                              <m:t>𝑖</m:t>
                            </m:r>
                          </m:sub>
                        </m:sSub>
                        <m:r>
                          <a:rPr lang="en-US" sz="3200" b="0" i="1" smtClean="0">
                            <a:latin typeface="Cambria Math"/>
                            <a:ea typeface="Cambria Math"/>
                          </a:rPr>
                          <m:t>∙</m:t>
                        </m:r>
                        <m:sSub>
                          <m:sSubPr>
                            <m:ctrlPr>
                              <a:rPr lang="en-US" sz="3200" b="0" i="1" smtClean="0"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/>
                                <a:ea typeface="Cambria Math"/>
                              </a:rPr>
                              <m:t>𝑘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/>
                                <a:ea typeface="Cambria Math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3200" dirty="0" smtClean="0"/>
                  <a:t>+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sz="3200" i="1">
                            <a:latin typeface="Cambria Math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sz="3200" i="1">
                                <a:latin typeface="Cambria Math"/>
                              </a:rPr>
                            </m:ctrlPr>
                          </m:sSubPr>
                          <m:e>
                            <m:r>
                              <a:rPr lang="en-US" sz="3200" i="1" smtClean="0">
                                <a:latin typeface="Cambria Math"/>
                                <a:ea typeface="Cambria Math"/>
                              </a:rPr>
                              <m:t>𝜏</m:t>
                            </m:r>
                          </m:e>
                          <m:sub>
                            <m:r>
                              <a:rPr lang="en-US" sz="3200" i="1">
                                <a:latin typeface="Cambria Math"/>
                              </a:rPr>
                              <m:t>𝑗</m:t>
                            </m:r>
                          </m:sub>
                        </m:sSub>
                        <m:r>
                          <a:rPr lang="en-US" sz="3200" i="1">
                            <a:latin typeface="Cambria Math"/>
                            <a:ea typeface="Cambria Math"/>
                          </a:rPr>
                          <m:t>∙</m:t>
                        </m:r>
                        <m:sSub>
                          <m:sSubPr>
                            <m:ctrlPr>
                              <a:rPr lang="en-US" sz="3200" i="1">
                                <a:latin typeface="Cambria Math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/>
                                <a:ea typeface="Cambria Math"/>
                              </a:rPr>
                              <m:t>𝑑</m:t>
                            </m:r>
                          </m:e>
                          <m:sub>
                            <m:r>
                              <a:rPr lang="en-US" sz="3200" i="1">
                                <a:latin typeface="Cambria Math"/>
                                <a:ea typeface="Cambria Math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lang="uk-UA" sz="3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712" y="1412776"/>
                <a:ext cx="4536504" cy="624338"/>
              </a:xfrm>
              <a:prstGeom prst="rect">
                <a:avLst/>
              </a:prstGeom>
              <a:blipFill rotWithShape="1">
                <a:blip r:embed="rId2"/>
                <a:stretch>
                  <a:fillRect t="-11765" b="-26471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Прямокутник 5"/>
              <p:cNvSpPr/>
              <p:nvPr/>
            </p:nvSpPr>
            <p:spPr>
              <a:xfrm>
                <a:off x="827584" y="2132856"/>
                <a:ext cx="5283754" cy="16291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 smtClean="0"/>
                  <a:t> </a:t>
                </a:r>
                <a14:m>
                  <m:oMath xmlns:m="http://schemas.openxmlformats.org/officeDocument/2006/math">
                    <m:r>
                      <a:rPr lang="uk-UA" sz="2400">
                        <a:latin typeface="Cambria Math"/>
                        <a:ea typeface="Cambria Math"/>
                      </a:rPr>
                      <m:t>−</m:t>
                    </m:r>
                  </m:oMath>
                </a14:m>
                <a:r>
                  <a:rPr lang="en-US" sz="2400" dirty="0" smtClean="0"/>
                  <a:t> </a:t>
                </a:r>
                <a:r>
                  <a:rPr lang="ru-RU" sz="2400" dirty="0" smtClean="0"/>
                  <a:t>час </a:t>
                </a:r>
                <a:r>
                  <a:rPr lang="uk-UA" sz="2400" dirty="0" smtClean="0"/>
                  <a:t>виконання базової операції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  <a:ea typeface="Cambria Math"/>
                          </a:rPr>
                          <m:t>𝑘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  <a:ea typeface="Cambria Math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uk-UA" sz="2400" dirty="0" smtClean="0"/>
                  <a:t> </a:t>
                </a:r>
                <a14:m>
                  <m:oMath xmlns:m="http://schemas.openxmlformats.org/officeDocument/2006/math">
                    <m:r>
                      <a:rPr lang="uk-UA" sz="2400">
                        <a:latin typeface="Cambria Math"/>
                        <a:ea typeface="Cambria Math"/>
                      </a:rPr>
                      <m:t>−</m:t>
                    </m:r>
                  </m:oMath>
                </a14:m>
                <a:r>
                  <a:rPr lang="en-US" sz="2400" dirty="0" smtClean="0"/>
                  <a:t> </a:t>
                </a:r>
                <a:r>
                  <a:rPr lang="uk-UA" sz="2400" dirty="0"/>
                  <a:t>кількість базових операцій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uk-UA" sz="2400" i="1" dirty="0" smtClean="0">
                    <a:latin typeface="Cambria Math"/>
                  </a:rPr>
                  <a:t> </a:t>
                </a:r>
                <a14:m>
                  <m:oMath xmlns:m="http://schemas.openxmlformats.org/officeDocument/2006/math">
                    <m:r>
                      <a:rPr lang="uk-UA" sz="2400">
                        <a:latin typeface="Cambria Math"/>
                        <a:ea typeface="Cambria Math"/>
                      </a:rPr>
                      <m:t>−</m:t>
                    </m:r>
                  </m:oMath>
                </a14:m>
                <a:r>
                  <a:rPr lang="uk-UA" sz="2400" i="1" dirty="0" smtClean="0">
                    <a:latin typeface="Cambria Math"/>
                  </a:rPr>
                  <a:t> </a:t>
                </a:r>
                <a:r>
                  <a:rPr lang="uk-UA" sz="2400" dirty="0"/>
                  <a:t>час виконання не базової операції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  <a:ea typeface="Cambria Math"/>
                          </a:rPr>
                          <m:t>𝑑</m:t>
                        </m:r>
                      </m:e>
                      <m:sub>
                        <m:r>
                          <a:rPr lang="en-US" sz="2400" i="1">
                            <a:latin typeface="Cambria Math"/>
                            <a:ea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uk-UA" dirty="0"/>
                  <a:t> </a:t>
                </a:r>
                <a14:m>
                  <m:oMath xmlns:m="http://schemas.openxmlformats.org/officeDocument/2006/math">
                    <m:r>
                      <a:rPr lang="uk-UA" sz="2400">
                        <a:latin typeface="Cambria Math"/>
                        <a:ea typeface="Cambria Math"/>
                      </a:rPr>
                      <m:t>−</m:t>
                    </m:r>
                  </m:oMath>
                </a14:m>
                <a:r>
                  <a:rPr lang="uk-UA" sz="2400" dirty="0" smtClean="0"/>
                  <a:t>  кількість </a:t>
                </a:r>
                <a:r>
                  <a:rPr lang="uk-UA" sz="2400" dirty="0"/>
                  <a:t>не базових операцій</a:t>
                </a:r>
              </a:p>
            </p:txBody>
          </p:sp>
        </mc:Choice>
        <mc:Fallback xmlns="">
          <p:sp>
            <p:nvSpPr>
              <p:cNvPr id="6" name="Прямокутник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2132856"/>
                <a:ext cx="5283754" cy="1629164"/>
              </a:xfrm>
              <a:prstGeom prst="rect">
                <a:avLst/>
              </a:prstGeom>
              <a:blipFill rotWithShape="1">
                <a:blip r:embed="rId3"/>
                <a:stretch>
                  <a:fillRect l="-346" t="-2996" r="-577" b="-5993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кутник 6"/>
              <p:cNvSpPr/>
              <p:nvPr/>
            </p:nvSpPr>
            <p:spPr>
              <a:xfrm>
                <a:off x="827584" y="3861048"/>
                <a:ext cx="4129528" cy="49141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𝑖</m:t>
                        </m:r>
                      </m:sub>
                    </m:sSub>
                    <m:r>
                      <a:rPr lang="uk-UA" sz="2400" b="0" i="0" smtClean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uk-UA" sz="2400" dirty="0" smtClean="0"/>
                  <a:t> залежать від архітектури </a:t>
                </a:r>
                <a:endParaRPr lang="uk-UA" sz="2400" dirty="0"/>
              </a:p>
            </p:txBody>
          </p:sp>
        </mc:Choice>
        <mc:Fallback xmlns="">
          <p:sp>
            <p:nvSpPr>
              <p:cNvPr id="7" name="Прямокут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3861048"/>
                <a:ext cx="4129528" cy="491417"/>
              </a:xfrm>
              <a:prstGeom prst="rect">
                <a:avLst/>
              </a:prstGeom>
              <a:blipFill rotWithShape="1">
                <a:blip r:embed="rId4"/>
                <a:stretch>
                  <a:fillRect l="-148" t="-8642" r="-1329" b="-22222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971600" y="5805264"/>
            <a:ext cx="23307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 smtClean="0"/>
              <a:t>*реалізації алгоритму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7788915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 smtClean="0"/>
              <a:t>Недоліки методу обчислення оцінки алгоритму </a:t>
            </a:r>
            <a:endParaRPr lang="uk-UA" dirty="0"/>
          </a:p>
        </p:txBody>
      </p:sp>
      <p:graphicFrame>
        <p:nvGraphicFramePr>
          <p:cNvPr id="5" name="Місце для вмісту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8665100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номер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D9491-D6EC-4C68-844F-2CA4534D854D}" type="slidenum">
              <a:rPr lang="uk-UA" smtClean="0"/>
              <a:t>10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694321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Асимптотична обчислювальна складність алгоритму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Місце для вмісту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84784"/>
                <a:ext cx="8229600" cy="4857403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uk-UA" sz="2400" b="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uk-UA" sz="2400" b="0" i="1" smtClean="0">
                            <a:latin typeface="Cambria Math"/>
                          </a:rPr>
                          <m:t>с</m:t>
                        </m:r>
                      </m:e>
                      <m:sub>
                        <m:r>
                          <a:rPr lang="uk-UA" sz="2400" b="0" i="1" smtClean="0"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𝑔</m:t>
                    </m:r>
                    <m:r>
                      <a:rPr lang="en-US" sz="2400" b="0" i="1" smtClean="0">
                        <a:latin typeface="Cambria Math"/>
                      </a:rPr>
                      <m:t>(</m:t>
                    </m:r>
                    <m:r>
                      <a:rPr lang="en-US" sz="2400" b="0" i="1" smtClean="0">
                        <a:latin typeface="Cambria Math"/>
                      </a:rPr>
                      <m:t>𝑛</m:t>
                    </m:r>
                    <m:r>
                      <a:rPr lang="en-US" sz="2400" b="0" i="1" smtClean="0">
                        <a:latin typeface="Cambria Math"/>
                      </a:rPr>
                      <m:t>)≤</m:t>
                    </m:r>
                    <m:r>
                      <a:rPr lang="en-US" sz="2400" b="0" i="1" smtClean="0">
                        <a:latin typeface="Cambria Math"/>
                        <a:ea typeface="Cambria Math"/>
                      </a:rPr>
                      <m:t>𝑓</m:t>
                    </m:r>
                    <m:r>
                      <a:rPr lang="en-US" sz="2400" b="0" i="1" smtClean="0">
                        <a:latin typeface="Cambria Math"/>
                        <a:ea typeface="Cambria Math"/>
                      </a:rPr>
                      <m:t>(</m:t>
                    </m:r>
                    <m:r>
                      <a:rPr lang="en-US" sz="2400" b="0" i="1" smtClean="0">
                        <a:latin typeface="Cambria Math"/>
                        <a:ea typeface="Cambria Math"/>
                      </a:rPr>
                      <m:t>𝑛</m:t>
                    </m:r>
                    <m:r>
                      <a:rPr lang="en-US" sz="2400" b="0" i="1" smtClean="0">
                        <a:latin typeface="Cambria Math"/>
                        <a:ea typeface="Cambria Math"/>
                      </a:rPr>
                      <m:t>)≤</m:t>
                    </m:r>
                    <m:sSub>
                      <m:sSubPr>
                        <m:ctrlPr>
                          <a:rPr lang="en-US" sz="2400" b="0" i="1" smtClean="0">
                            <a:latin typeface="Cambria Math"/>
                            <a:ea typeface="Cambria Math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  <a:ea typeface="Cambria Math"/>
                          </a:rPr>
                          <m:t>𝑐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  <a:ea typeface="Cambria Math"/>
                      </a:rPr>
                      <m:t>𝑔</m:t>
                    </m:r>
                    <m:r>
                      <a:rPr lang="en-US" sz="2400" b="0" i="1" smtClean="0">
                        <a:latin typeface="Cambria Math"/>
                        <a:ea typeface="Cambria Math"/>
                      </a:rPr>
                      <m:t>(</m:t>
                    </m:r>
                    <m:r>
                      <a:rPr lang="en-US" sz="2400" b="0" i="1" smtClean="0">
                        <a:latin typeface="Cambria Math"/>
                        <a:ea typeface="Cambria Math"/>
                      </a:rPr>
                      <m:t>𝑛</m:t>
                    </m:r>
                    <m:r>
                      <a:rPr lang="en-US" sz="2400" b="0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en-US" sz="2400" dirty="0" smtClean="0"/>
                  <a:t> – </a:t>
                </a:r>
                <a:r>
                  <a:rPr lang="uk-UA" sz="2400" dirty="0" smtClean="0"/>
                  <a:t>обмеження згори і знизу </a:t>
                </a:r>
                <a:r>
                  <a:rPr lang="uk-UA" sz="2400" i="1" dirty="0" smtClean="0">
                    <a:sym typeface="Symbol"/>
                  </a:rPr>
                  <a:t>(</a:t>
                </a:r>
                <a:r>
                  <a:rPr lang="en-US" sz="2400" i="1" dirty="0" smtClean="0">
                    <a:sym typeface="Symbol"/>
                  </a:rPr>
                  <a:t>g(n)</a:t>
                </a:r>
                <a:r>
                  <a:rPr lang="uk-UA" sz="2400" i="1" dirty="0" smtClean="0">
                    <a:sym typeface="Symbol"/>
                  </a:rPr>
                  <a:t>)</a:t>
                </a:r>
                <a:endParaRPr lang="en-US" sz="2400" i="1" dirty="0" smtClean="0"/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/>
                      </a:rPr>
                      <m:t>0</m:t>
                    </m:r>
                    <m:r>
                      <a:rPr lang="en-US" sz="2400" b="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sz="2400" b="0" i="1" smtClean="0">
                        <a:latin typeface="Cambria Math"/>
                        <a:ea typeface="Cambria Math"/>
                      </a:rPr>
                      <m:t>𝑓</m:t>
                    </m:r>
                    <m:r>
                      <a:rPr lang="en-US" sz="2400" b="0" i="1" smtClean="0">
                        <a:latin typeface="Cambria Math"/>
                        <a:ea typeface="Cambria Math"/>
                      </a:rPr>
                      <m:t>(</m:t>
                    </m:r>
                    <m:r>
                      <a:rPr lang="en-US" sz="2400" b="0" i="1" smtClean="0">
                        <a:latin typeface="Cambria Math"/>
                        <a:ea typeface="Cambria Math"/>
                      </a:rPr>
                      <m:t>𝑛</m:t>
                    </m:r>
                    <m:r>
                      <a:rPr lang="en-US" sz="2400" b="0" i="1" smtClean="0">
                        <a:latin typeface="Cambria Math"/>
                        <a:ea typeface="Cambria Math"/>
                      </a:rPr>
                      <m:t>)≤</m:t>
                    </m:r>
                    <m:r>
                      <a:rPr lang="en-US" sz="2400" b="0" i="1" smtClean="0">
                        <a:latin typeface="Cambria Math"/>
                        <a:ea typeface="Cambria Math"/>
                      </a:rPr>
                      <m:t>𝑐𝑔</m:t>
                    </m:r>
                    <m:r>
                      <a:rPr lang="en-US" sz="2400" b="0" i="1" smtClean="0">
                        <a:latin typeface="Cambria Math"/>
                        <a:ea typeface="Cambria Math"/>
                      </a:rPr>
                      <m:t>(</m:t>
                    </m:r>
                    <m:r>
                      <a:rPr lang="en-US" sz="2400" b="0" i="1" smtClean="0">
                        <a:latin typeface="Cambria Math"/>
                        <a:ea typeface="Cambria Math"/>
                      </a:rPr>
                      <m:t>𝑛</m:t>
                    </m:r>
                    <m:r>
                      <a:rPr lang="en-US" sz="2400" b="0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en-US" sz="2400" dirty="0" smtClean="0"/>
                  <a:t> – </a:t>
                </a:r>
                <a:r>
                  <a:rPr lang="uk-UA" sz="2400" dirty="0" smtClean="0"/>
                  <a:t>обмеження згори </a:t>
                </a:r>
                <a:r>
                  <a:rPr lang="en-US" sz="2400" i="1" dirty="0" smtClean="0"/>
                  <a:t>O(g(n))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</a:rPr>
                      <m:t>0</m:t>
                    </m:r>
                    <m:r>
                      <a:rPr lang="en-US" sz="2400" i="1"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sz="2400" b="0" i="1" smtClean="0">
                        <a:latin typeface="Cambria Math"/>
                        <a:ea typeface="Cambria Math"/>
                      </a:rPr>
                      <m:t>𝑐𝑔</m:t>
                    </m:r>
                    <m:r>
                      <a:rPr lang="en-US" sz="2400" i="1">
                        <a:latin typeface="Cambria Math"/>
                        <a:ea typeface="Cambria Math"/>
                      </a:rPr>
                      <m:t>(</m:t>
                    </m:r>
                    <m:r>
                      <a:rPr lang="en-US" sz="2400" i="1">
                        <a:latin typeface="Cambria Math"/>
                        <a:ea typeface="Cambria Math"/>
                      </a:rPr>
                      <m:t>𝑛</m:t>
                    </m:r>
                    <m:r>
                      <a:rPr lang="en-US" sz="2400" i="1">
                        <a:latin typeface="Cambria Math"/>
                        <a:ea typeface="Cambria Math"/>
                      </a:rPr>
                      <m:t>)≤</m:t>
                    </m:r>
                    <m:r>
                      <a:rPr lang="en-US" sz="2400" b="0" i="1" smtClean="0">
                        <a:latin typeface="Cambria Math"/>
                        <a:ea typeface="Cambria Math"/>
                      </a:rPr>
                      <m:t>𝑓</m:t>
                    </m:r>
                    <m:r>
                      <a:rPr lang="en-US" sz="2400" i="1">
                        <a:latin typeface="Cambria Math"/>
                        <a:ea typeface="Cambria Math"/>
                      </a:rPr>
                      <m:t>(</m:t>
                    </m:r>
                    <m:r>
                      <a:rPr lang="en-US" sz="2400" i="1">
                        <a:latin typeface="Cambria Math"/>
                        <a:ea typeface="Cambria Math"/>
                      </a:rPr>
                      <m:t>𝑛</m:t>
                    </m:r>
                    <m:r>
                      <a:rPr lang="en-US" sz="2400" i="1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r>
                  <a:rPr lang="en-US" sz="2400" dirty="0" smtClean="0"/>
                  <a:t> – </a:t>
                </a:r>
                <a:r>
                  <a:rPr lang="uk-UA" sz="2400" dirty="0" smtClean="0"/>
                  <a:t>обмеження знизу </a:t>
                </a:r>
                <a:r>
                  <a:rPr lang="uk-UA" sz="2400" i="1" dirty="0" smtClean="0">
                    <a:sym typeface="Symbol"/>
                  </a:rPr>
                  <a:t></a:t>
                </a:r>
                <a:r>
                  <a:rPr lang="en-US" sz="2400" i="1" dirty="0" smtClean="0">
                    <a:sym typeface="Symbol"/>
                  </a:rPr>
                  <a:t>(g(n))</a:t>
                </a:r>
                <a:endParaRPr lang="uk-UA" sz="2400" i="1" dirty="0"/>
              </a:p>
              <a:p>
                <a:endParaRPr lang="uk-UA" dirty="0"/>
              </a:p>
            </p:txBody>
          </p:sp>
        </mc:Choice>
        <mc:Fallback xmlns="">
          <p:sp>
            <p:nvSpPr>
              <p:cNvPr id="3" name="Місце для вмісту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84784"/>
                <a:ext cx="8229600" cy="4857403"/>
              </a:xfrm>
              <a:blipFill rotWithShape="1">
                <a:blip r:embed="rId2"/>
                <a:stretch>
                  <a:fillRect l="-963" t="-1256" r="-889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Місце для номер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F593F-0D5B-4CF0-BEE2-6583C73E7271}" type="slidenum">
              <a:rPr lang="uk-UA" smtClean="0"/>
              <a:t>11</a:t>
            </a:fld>
            <a:endParaRPr lang="uk-UA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uk-UA"/>
          </a:p>
        </p:txBody>
      </p:sp>
      <p:pic>
        <p:nvPicPr>
          <p:cNvPr id="1045" name="Picture 21" descr="F:\Рисунок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882" y="3284984"/>
            <a:ext cx="7920880" cy="2596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8436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 smtClean="0"/>
              <a:t>Класи алгоритмів </a:t>
            </a:r>
            <a:br>
              <a:rPr lang="uk-UA" dirty="0" smtClean="0"/>
            </a:br>
            <a:r>
              <a:rPr lang="uk-UA" dirty="0" smtClean="0"/>
              <a:t>за асимптотичною складністю</a:t>
            </a:r>
            <a:endParaRPr lang="uk-UA" dirty="0"/>
          </a:p>
        </p:txBody>
      </p:sp>
      <p:graphicFrame>
        <p:nvGraphicFramePr>
          <p:cNvPr id="5" name="Місце для вмісту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8787505"/>
              </p:ext>
            </p:extLst>
          </p:nvPr>
        </p:nvGraphicFramePr>
        <p:xfrm>
          <a:off x="539552" y="1628800"/>
          <a:ext cx="7643192" cy="38492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номер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F593F-0D5B-4CF0-BEE2-6583C73E7271}" type="slidenum">
              <a:rPr lang="uk-UA" smtClean="0"/>
              <a:t>12</a:t>
            </a:fld>
            <a:endParaRPr lang="uk-UA" dirty="0"/>
          </a:p>
        </p:txBody>
      </p:sp>
      <p:sp>
        <p:nvSpPr>
          <p:cNvPr id="6" name="TextBox 5"/>
          <p:cNvSpPr txBox="1"/>
          <p:nvPr/>
        </p:nvSpPr>
        <p:spPr>
          <a:xfrm>
            <a:off x="539552" y="5589240"/>
            <a:ext cx="81728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uk-UA" dirty="0"/>
              <a:t>Клас  вказує на порядок зростання кількості операцій та на максимальні витрати.</a:t>
            </a: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707311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 smtClean="0">
                <a:sym typeface="Symbol"/>
              </a:rPr>
              <a:t>Складність: </a:t>
            </a:r>
            <a:r>
              <a:rPr lang="uk-UA" dirty="0" smtClean="0"/>
              <a:t>обчислювальна </a:t>
            </a:r>
            <a:r>
              <a:rPr lang="uk-UA" dirty="0" smtClean="0">
                <a:sym typeface="Symbol"/>
              </a:rPr>
              <a:t> часова</a:t>
            </a:r>
            <a:endParaRPr lang="uk-UA" dirty="0"/>
          </a:p>
        </p:txBody>
      </p:sp>
      <p:graphicFrame>
        <p:nvGraphicFramePr>
          <p:cNvPr id="5" name="Місце для вмісту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8946206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номер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D9491-D6EC-4C68-844F-2CA4534D854D}" type="slidenum">
              <a:rPr lang="uk-UA" smtClean="0"/>
              <a:t>13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095647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 smtClean="0"/>
              <a:t>Залежність обчислювальної складності від даних</a:t>
            </a:r>
            <a:endParaRPr lang="uk-UA" dirty="0"/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457200" y="3140968"/>
            <a:ext cx="8229600" cy="298519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uk-UA" i="1" dirty="0" smtClean="0"/>
              <a:t>Приклад 1. Сортування. </a:t>
            </a:r>
          </a:p>
          <a:p>
            <a:pPr marL="0" indent="0">
              <a:buNone/>
            </a:pPr>
            <a:r>
              <a:rPr lang="uk-UA" dirty="0" smtClean="0"/>
              <a:t>Вважається</a:t>
            </a:r>
            <a:r>
              <a:rPr lang="uk-UA" dirty="0"/>
              <a:t>, що елементи є випадковими та </a:t>
            </a:r>
            <a:r>
              <a:rPr lang="uk-UA" dirty="0" smtClean="0"/>
              <a:t>різними (відповідає </a:t>
            </a:r>
            <a:r>
              <a:rPr lang="uk-UA" dirty="0"/>
              <a:t>більшості практичних </a:t>
            </a:r>
            <a:r>
              <a:rPr lang="uk-UA" dirty="0" smtClean="0"/>
              <a:t>випадків).</a:t>
            </a:r>
            <a:endParaRPr lang="uk-UA" dirty="0"/>
          </a:p>
          <a:p>
            <a:pPr marL="0" indent="0">
              <a:buNone/>
            </a:pPr>
            <a:r>
              <a:rPr lang="uk-UA" dirty="0" smtClean="0"/>
              <a:t>Але </a:t>
            </a:r>
            <a:r>
              <a:rPr lang="uk-UA" dirty="0"/>
              <a:t>припустимо, що є цілими числами </a:t>
            </a:r>
            <a:r>
              <a:rPr lang="en-US" dirty="0" err="1"/>
              <a:t>a</a:t>
            </a:r>
            <a:r>
              <a:rPr lang="en-US" baseline="-25000" dirty="0" err="1"/>
              <a:t>i</a:t>
            </a:r>
            <a:r>
              <a:rPr lang="en-US" dirty="0"/>
              <a:t> </a:t>
            </a:r>
            <a:r>
              <a:rPr lang="el-GR" dirty="0"/>
              <a:t>ϵ[0,</a:t>
            </a:r>
            <a:r>
              <a:rPr lang="en-US" dirty="0"/>
              <a:t>m</a:t>
            </a:r>
            <a:r>
              <a:rPr lang="en-US" dirty="0" smtClean="0"/>
              <a:t>]</a:t>
            </a:r>
            <a:r>
              <a:rPr lang="uk-UA" dirty="0" smtClean="0"/>
              <a:t>, де </a:t>
            </a:r>
          </a:p>
          <a:p>
            <a:pPr marL="0" indent="0">
              <a:buNone/>
            </a:pPr>
            <a:r>
              <a:rPr lang="en-US" dirty="0" smtClean="0"/>
              <a:t>m </a:t>
            </a:r>
            <a:r>
              <a:rPr lang="en-US" dirty="0"/>
              <a:t>&lt;&lt; M, </a:t>
            </a:r>
            <a:endParaRPr lang="uk-UA" dirty="0" smtClean="0"/>
          </a:p>
          <a:p>
            <a:pPr marL="0" indent="0">
              <a:buNone/>
            </a:pPr>
            <a:r>
              <a:rPr lang="uk-UA" dirty="0" smtClean="0"/>
              <a:t>М </a:t>
            </a:r>
            <a:r>
              <a:rPr lang="uk-UA" dirty="0"/>
              <a:t>– кількість елементів масиву. </a:t>
            </a:r>
            <a:endParaRPr lang="uk-UA" dirty="0" smtClean="0"/>
          </a:p>
          <a:p>
            <a:pPr marL="0" indent="0">
              <a:buNone/>
            </a:pPr>
            <a:r>
              <a:rPr lang="uk-UA" dirty="0"/>
              <a:t>З</a:t>
            </a:r>
            <a:r>
              <a:rPr lang="uk-UA" dirty="0" smtClean="0"/>
              <a:t>меншення </a:t>
            </a:r>
            <a:r>
              <a:rPr lang="en-US" dirty="0"/>
              <a:t>m</a:t>
            </a:r>
            <a:r>
              <a:rPr lang="uk-UA" dirty="0" smtClean="0"/>
              <a:t> </a:t>
            </a:r>
            <a:r>
              <a:rPr lang="uk-UA" dirty="0"/>
              <a:t>призведе до зменшення </a:t>
            </a:r>
            <a:r>
              <a:rPr lang="uk-UA" dirty="0" smtClean="0"/>
              <a:t>складності алгоритмів</a:t>
            </a:r>
            <a:r>
              <a:rPr lang="uk-UA" dirty="0"/>
              <a:t>, а при </a:t>
            </a:r>
            <a:r>
              <a:rPr lang="en-US" dirty="0"/>
              <a:t>m</a:t>
            </a:r>
            <a:r>
              <a:rPr lang="uk-UA" dirty="0" smtClean="0"/>
              <a:t> </a:t>
            </a:r>
            <a:r>
              <a:rPr lang="uk-UA" dirty="0"/>
              <a:t>= 0 (елементи однакові), скажімо, для сортування бульбашкою буде </a:t>
            </a:r>
            <a:r>
              <a:rPr lang="en-US" dirty="0"/>
              <a:t>N </a:t>
            </a:r>
            <a:r>
              <a:rPr lang="uk-UA" dirty="0"/>
              <a:t>порівнянь і нуль перестановок - тобто обчислювальна складність значно зменшиться.</a:t>
            </a:r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D9491-D6EC-4C68-844F-2CA4534D854D}" type="slidenum">
              <a:rPr lang="uk-UA" smtClean="0"/>
              <a:t>14</a:t>
            </a:fld>
            <a:endParaRPr lang="uk-UA"/>
          </a:p>
        </p:txBody>
      </p:sp>
      <p:sp>
        <p:nvSpPr>
          <p:cNvPr id="6" name="TextBox 5"/>
          <p:cNvSpPr txBox="1"/>
          <p:nvPr/>
        </p:nvSpPr>
        <p:spPr>
          <a:xfrm>
            <a:off x="467544" y="1628800"/>
            <a:ext cx="8136904" cy="101566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/>
            <a:r>
              <a:rPr lang="uk-UA" sz="2000" dirty="0"/>
              <a:t>«кожен метод має свої переваги та недоліки, тому він виявляється ефективнішим за інших при деяких конфігураціях даних та апаратури»</a:t>
            </a:r>
          </a:p>
          <a:p>
            <a:pPr algn="r"/>
            <a:r>
              <a:rPr lang="uk-UA" sz="2000" dirty="0"/>
              <a:t>Д. </a:t>
            </a:r>
            <a:r>
              <a:rPr lang="uk-UA" sz="2000" dirty="0" err="1" smtClean="0"/>
              <a:t>Кнут</a:t>
            </a:r>
            <a:endParaRPr lang="uk-UA" sz="2000" dirty="0"/>
          </a:p>
        </p:txBody>
      </p:sp>
    </p:spTree>
    <p:extLst>
      <p:ext uri="{BB962C8B-B14F-4D97-AF65-F5344CB8AC3E}">
        <p14:creationId xmlns:p14="http://schemas.microsoft.com/office/powerpoint/2010/main" val="6579782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 smtClean="0"/>
              <a:t>Приклади залежності складності алгоритму від даних</a:t>
            </a:r>
            <a:endParaRPr lang="uk-UA" dirty="0"/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539552" y="1628800"/>
            <a:ext cx="8229600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uk-UA" sz="2800" i="1" dirty="0" smtClean="0"/>
              <a:t>Приклад 2. Обробка текстів.</a:t>
            </a:r>
          </a:p>
          <a:p>
            <a:pPr marL="0" indent="0">
              <a:buNone/>
            </a:pPr>
            <a:r>
              <a:rPr lang="uk-UA" sz="2400" dirty="0" smtClean="0"/>
              <a:t>Нехай є текст, який треба перевірити на наявність запозичень. Робимо попередню обробку, прибираючи 2+ пробіли. Якщо рядок представлено масивом, то при відсутності 2+ послідовностей зсуву елементів не буде</a:t>
            </a:r>
          </a:p>
          <a:p>
            <a:pPr marL="0" indent="0">
              <a:buNone/>
            </a:pPr>
            <a:endParaRPr lang="uk-UA" sz="2400" dirty="0"/>
          </a:p>
          <a:p>
            <a:pPr marL="0" indent="0">
              <a:buNone/>
            </a:pPr>
            <a:r>
              <a:rPr lang="uk-UA" sz="2800" i="1" dirty="0"/>
              <a:t>Приклад </a:t>
            </a:r>
            <a:r>
              <a:rPr lang="uk-UA" sz="2800" i="1" dirty="0" smtClean="0"/>
              <a:t>3. Пошук у масиві.</a:t>
            </a:r>
            <a:endParaRPr lang="uk-UA" sz="2800" i="1" dirty="0"/>
          </a:p>
          <a:p>
            <a:pPr marL="0" indent="0">
              <a:buNone/>
            </a:pPr>
            <a:r>
              <a:rPr lang="uk-UA" sz="2400" dirty="0"/>
              <a:t>Нехай є </a:t>
            </a:r>
            <a:r>
              <a:rPr lang="uk-UA" sz="2400" dirty="0" smtClean="0"/>
              <a:t>масив, у якому треба знайти всі входження деякого елементу, за умови що він присутній. Якщо масив відсортований, то достатньо знайти перше входження, подальша кількість операцій залежить від кількості входжень, а не розміру масиву.</a:t>
            </a:r>
            <a:endParaRPr lang="uk-UA" sz="2400" dirty="0"/>
          </a:p>
          <a:p>
            <a:pPr marL="0" indent="0">
              <a:buNone/>
            </a:pPr>
            <a:endParaRPr lang="uk-UA" sz="2400" dirty="0" smtClean="0"/>
          </a:p>
          <a:p>
            <a:pPr marL="0" indent="0">
              <a:buNone/>
            </a:pPr>
            <a:endParaRPr lang="uk-UA" dirty="0"/>
          </a:p>
          <a:p>
            <a:pPr marL="0" indent="0">
              <a:buNone/>
            </a:pPr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D9491-D6EC-4C68-844F-2CA4534D854D}" type="slidenum">
              <a:rPr lang="uk-UA" smtClean="0"/>
              <a:t>15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398858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 smtClean="0"/>
              <a:t>Обчислювальна складність алгоритмів наближених обчислень</a:t>
            </a:r>
            <a:endParaRPr lang="uk-UA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Місце для вмісту 2"/>
              <p:cNvSpPr>
                <a:spLocks noGrp="1"/>
              </p:cNvSpPr>
              <p:nvPr>
                <p:ph idx="1"/>
              </p:nvPr>
            </p:nvSpPr>
            <p:spPr>
              <a:xfrm>
                <a:off x="611560" y="2239997"/>
                <a:ext cx="3456384" cy="3921299"/>
              </a:xfr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uk-UA" sz="2800" i="1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sz="2800" b="0" i="1" smtClean="0">
                            <a:latin typeface="Cambria Math"/>
                          </a:rPr>
                          <m:t>𝑎</m:t>
                        </m:r>
                      </m:sub>
                    </m:sSub>
                    <m:r>
                      <a:rPr lang="en-US" sz="2800" b="0" i="1" smtClean="0">
                        <a:latin typeface="Cambria Math"/>
                      </a:rPr>
                      <m:t>=</m:t>
                    </m:r>
                    <m:r>
                      <a:rPr lang="en-US" sz="2800" b="0" i="1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sz="2800" b="0" i="1" smtClean="0">
                            <a:latin typeface="Cambria Math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sz="2800" b="0" dirty="0" smtClean="0"/>
                  <a:t> (1)</a:t>
                </a:r>
              </a:p>
              <a:p>
                <a:pPr marL="0" indent="0">
                  <a:buNone/>
                </a:pPr>
                <a:r>
                  <a:rPr lang="uk-UA" sz="2800" i="1" dirty="0" smtClean="0">
                    <a:latin typeface="Cambria Math"/>
                  </a:rPr>
                  <a:t>доки </a:t>
                </a:r>
                <a:r>
                  <a:rPr lang="en-US" sz="2800" i="1" dirty="0">
                    <a:latin typeface="Cambria Math"/>
                  </a:rPr>
                  <a:t>b-a&lt;</a:t>
                </a:r>
                <a:r>
                  <a:rPr lang="en-US" sz="2800" i="1" dirty="0">
                    <a:latin typeface="Cambria Math"/>
                    <a:sym typeface="Symbol"/>
                  </a:rPr>
                  <a:t></a:t>
                </a:r>
                <a:r>
                  <a:rPr lang="en-US" sz="2800" i="1" dirty="0" smtClean="0">
                    <a:latin typeface="Cambria Math"/>
                    <a:sym typeface="Symbol"/>
                  </a:rPr>
                  <a:t>: (2)</a:t>
                </a:r>
                <a:endParaRPr lang="en-US" sz="2800" i="1" dirty="0">
                  <a:latin typeface="Cambria Math"/>
                  <a:sym typeface="Symbol"/>
                </a:endParaRPr>
              </a:p>
              <a:p>
                <a:pPr lvl="1"/>
                <a:r>
                  <a:rPr lang="en-US" sz="2400" i="1" dirty="0">
                    <a:latin typeface="Cambria Math"/>
                    <a:sym typeface="Symbol"/>
                  </a:rPr>
                  <a:t>x=(</a:t>
                </a:r>
                <a:r>
                  <a:rPr lang="en-US" sz="2400" i="1" dirty="0" err="1">
                    <a:latin typeface="Cambria Math"/>
                    <a:sym typeface="Symbol"/>
                  </a:rPr>
                  <a:t>a+b</a:t>
                </a:r>
                <a:r>
                  <a:rPr lang="en-US" sz="2400" i="1" dirty="0">
                    <a:latin typeface="Cambria Math"/>
                    <a:sym typeface="Symbol"/>
                  </a:rPr>
                  <a:t>)/</a:t>
                </a:r>
                <a:r>
                  <a:rPr lang="en-US" sz="2400" i="1" dirty="0" smtClean="0">
                    <a:latin typeface="Cambria Math"/>
                    <a:sym typeface="Symbol"/>
                  </a:rPr>
                  <a:t>2 (3)</a:t>
                </a:r>
                <a:endParaRPr lang="en-US" sz="2400" i="1" dirty="0">
                  <a:latin typeface="Cambria Math"/>
                  <a:sym typeface="Symbol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uk-UA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𝑥</m:t>
                        </m:r>
                      </m:sub>
                    </m:sSub>
                    <m:r>
                      <a:rPr lang="en-US" sz="2400" i="1">
                        <a:latin typeface="Cambria Math"/>
                      </a:rPr>
                      <m:t>=</m:t>
                    </m:r>
                    <m:r>
                      <a:rPr lang="en-US" sz="2400" i="1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sz="2400" i="1" dirty="0" smtClean="0">
                    <a:latin typeface="Cambria Math"/>
                  </a:rPr>
                  <a:t> (4)</a:t>
                </a:r>
                <a:endParaRPr lang="en-US" sz="2400" i="1" dirty="0">
                  <a:latin typeface="Cambria Math"/>
                </a:endParaRPr>
              </a:p>
              <a:p>
                <a:pPr lvl="1"/>
                <a:r>
                  <a:rPr lang="uk-UA" sz="2400" i="1" dirty="0" smtClean="0">
                    <a:latin typeface="Cambria Math"/>
                  </a:rPr>
                  <a:t>якщо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uk-UA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uk-UA" sz="2400" i="1" dirty="0">
                    <a:latin typeface="Cambria Math"/>
                    <a:sym typeface="Symbol"/>
                  </a:rPr>
                  <a:t></a:t>
                </a:r>
                <a:r>
                  <a:rPr lang="uk-UA" sz="2400" i="1" dirty="0">
                    <a:latin typeface="Cambria Math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uk-UA" sz="24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sz="2400" i="1" dirty="0">
                    <a:latin typeface="Cambria Math"/>
                  </a:rPr>
                  <a:t>&lt;</a:t>
                </a:r>
                <a:r>
                  <a:rPr lang="en-US" sz="2400" i="1" dirty="0" smtClean="0">
                    <a:latin typeface="Cambria Math"/>
                  </a:rPr>
                  <a:t>0 (5)</a:t>
                </a:r>
                <a:endParaRPr lang="en-US" sz="2400" i="1" dirty="0">
                  <a:latin typeface="Cambria Math"/>
                </a:endParaRPr>
              </a:p>
              <a:p>
                <a:pPr lvl="2"/>
                <a:r>
                  <a:rPr lang="en-US" sz="2000" i="1" dirty="0" smtClean="0">
                    <a:latin typeface="Cambria Math"/>
                  </a:rPr>
                  <a:t>a=x (6)</a:t>
                </a:r>
                <a:endParaRPr lang="en-US" sz="2000" i="1" dirty="0">
                  <a:latin typeface="Cambria Math"/>
                </a:endParaRP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uk-UA" sz="2000" i="1"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/>
                          </a:rPr>
                          <m:t>𝑎</m:t>
                        </m:r>
                      </m:sub>
                    </m:sSub>
                    <m:r>
                      <a:rPr lang="en-US" sz="2000" i="1">
                        <a:latin typeface="Cambria Math"/>
                      </a:rPr>
                      <m:t>=</m:t>
                    </m:r>
                    <m:r>
                      <a:rPr lang="en-US" sz="2000" i="1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sz="2000" i="1"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/>
                          </a:rPr>
                          <m:t>𝑎</m:t>
                        </m:r>
                      </m:e>
                    </m:d>
                  </m:oMath>
                </a14:m>
                <a:r>
                  <a:rPr lang="en-US" sz="2000" i="1" dirty="0" smtClean="0">
                    <a:latin typeface="Cambria Math"/>
                  </a:rPr>
                  <a:t> (7)</a:t>
                </a:r>
                <a:endParaRPr lang="en-US" sz="2000" i="1" dirty="0">
                  <a:latin typeface="Cambria Math"/>
                </a:endParaRPr>
              </a:p>
              <a:p>
                <a:pPr lvl="1"/>
                <a:r>
                  <a:rPr lang="uk-UA" sz="2400" i="1" dirty="0" smtClean="0">
                    <a:latin typeface="Cambria Math"/>
                  </a:rPr>
                  <a:t>інакше</a:t>
                </a:r>
                <a:endParaRPr lang="uk-UA" sz="2400" i="1" dirty="0">
                  <a:latin typeface="Cambria Math"/>
                </a:endParaRPr>
              </a:p>
              <a:p>
                <a:pPr lvl="2"/>
                <a:r>
                  <a:rPr lang="en-US" sz="2000" i="1" dirty="0" smtClean="0">
                    <a:latin typeface="Cambria Math"/>
                    <a:sym typeface="Symbol"/>
                  </a:rPr>
                  <a:t>b</a:t>
                </a:r>
                <a:r>
                  <a:rPr lang="en-US" sz="2000" i="1" dirty="0" smtClean="0">
                    <a:latin typeface="Cambria Math"/>
                  </a:rPr>
                  <a:t>=x (8)</a:t>
                </a:r>
                <a:endParaRPr lang="uk-UA" sz="2000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3" name="Місце для вмісту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11560" y="2239997"/>
                <a:ext cx="3456384" cy="3921299"/>
              </a:xfrm>
              <a:blipFill rotWithShape="1">
                <a:blip r:embed="rId2"/>
                <a:stretch>
                  <a:fillRect l="-3152" t="-1080" b="-1389"/>
                </a:stretch>
              </a:blipFill>
            </p:spPr>
            <p:txBody>
              <a:bodyPr/>
              <a:lstStyle/>
              <a:p>
                <a:r>
                  <a:rPr lang="uk-U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Місце для номер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D9491-D6EC-4C68-844F-2CA4534D854D}" type="slidenum">
              <a:rPr lang="uk-UA" smtClean="0"/>
              <a:t>16</a:t>
            </a:fld>
            <a:endParaRPr lang="uk-UA"/>
          </a:p>
        </p:txBody>
      </p:sp>
      <p:sp>
        <p:nvSpPr>
          <p:cNvPr id="5" name="TextBox 4"/>
          <p:cNvSpPr txBox="1"/>
          <p:nvPr/>
        </p:nvSpPr>
        <p:spPr>
          <a:xfrm>
            <a:off x="611560" y="1593666"/>
            <a:ext cx="3456384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uk-UA" dirty="0" smtClean="0"/>
              <a:t>Пошук кореня рівняння методом розподілу відрізка навпіл</a:t>
            </a:r>
            <a:endParaRPr lang="uk-UA" dirty="0"/>
          </a:p>
        </p:txBody>
      </p:sp>
      <p:sp>
        <p:nvSpPr>
          <p:cNvPr id="6" name="TextBox 5"/>
          <p:cNvSpPr txBox="1"/>
          <p:nvPr/>
        </p:nvSpPr>
        <p:spPr>
          <a:xfrm>
            <a:off x="4314550" y="2487573"/>
            <a:ext cx="4289898" cy="437042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uk-UA" sz="2000" dirty="0" smtClean="0"/>
              <a:t>Кількість виконань циклу</a:t>
            </a:r>
          </a:p>
          <a:p>
            <a:r>
              <a:rPr lang="en-US" sz="2000" dirty="0" smtClean="0"/>
              <a:t>N=log((b-a)/</a:t>
            </a:r>
            <a:r>
              <a:rPr lang="en-US" sz="2000" i="1" dirty="0">
                <a:latin typeface="Cambria Math"/>
                <a:sym typeface="Symbol"/>
              </a:rPr>
              <a:t> </a:t>
            </a:r>
            <a:r>
              <a:rPr lang="en-US" sz="2000" dirty="0" smtClean="0"/>
              <a:t>)-1</a:t>
            </a:r>
          </a:p>
          <a:p>
            <a:endParaRPr lang="en-US" sz="2000" dirty="0" smtClean="0"/>
          </a:p>
          <a:p>
            <a:r>
              <a:rPr lang="uk-UA" sz="2000" dirty="0" smtClean="0"/>
              <a:t>Кількість обчислень у алгоритмі</a:t>
            </a:r>
          </a:p>
          <a:p>
            <a:r>
              <a:rPr lang="en-US" sz="2000" dirty="0" smtClean="0"/>
              <a:t>N(A)=</a:t>
            </a:r>
            <a:r>
              <a:rPr lang="en-US" sz="2000" dirty="0" err="1" smtClean="0"/>
              <a:t>c</a:t>
            </a:r>
            <a:r>
              <a:rPr lang="en-US" sz="2000" dirty="0" err="1" smtClean="0">
                <a:sym typeface="Symbol"/>
              </a:rPr>
              <a:t></a:t>
            </a:r>
            <a:r>
              <a:rPr lang="en-US" sz="2000" dirty="0" err="1" smtClean="0"/>
              <a:t>log</a:t>
            </a:r>
            <a:r>
              <a:rPr lang="en-US" sz="2000" dirty="0"/>
              <a:t>((b-a)/</a:t>
            </a:r>
            <a:r>
              <a:rPr lang="en-US" sz="2000" i="1" dirty="0">
                <a:latin typeface="Cambria Math"/>
                <a:sym typeface="Symbol"/>
              </a:rPr>
              <a:t> </a:t>
            </a:r>
            <a:r>
              <a:rPr lang="en-US" sz="2000" dirty="0" smtClean="0"/>
              <a:t>)</a:t>
            </a:r>
            <a:r>
              <a:rPr lang="en-US" sz="2000" dirty="0" smtClean="0">
                <a:sym typeface="Symbol"/>
              </a:rPr>
              <a:t>1.5N(f)</a:t>
            </a:r>
            <a:endParaRPr lang="en-US" sz="2000" dirty="0">
              <a:sym typeface="Symbol"/>
            </a:endParaRPr>
          </a:p>
          <a:p>
            <a:r>
              <a:rPr lang="uk-UA" sz="2000" dirty="0"/>
              <a:t>де </a:t>
            </a:r>
            <a:r>
              <a:rPr lang="en-US" sz="2000" dirty="0" smtClean="0"/>
              <a:t>c</a:t>
            </a:r>
            <a:r>
              <a:rPr lang="uk-UA" sz="2000" dirty="0" smtClean="0"/>
              <a:t> </a:t>
            </a:r>
            <a:r>
              <a:rPr lang="uk-UA" sz="2000" dirty="0"/>
              <a:t>- коефіцієнт, пов'язаний з </a:t>
            </a:r>
            <a:r>
              <a:rPr lang="uk-UA" sz="2000" dirty="0" smtClean="0"/>
              <a:t>блоками </a:t>
            </a:r>
            <a:r>
              <a:rPr lang="uk-UA" sz="2000" dirty="0"/>
              <a:t>2...5, </a:t>
            </a:r>
            <a:endParaRPr lang="en-US" sz="2000" dirty="0" smtClean="0"/>
          </a:p>
          <a:p>
            <a:r>
              <a:rPr lang="en-US" sz="2000" dirty="0" smtClean="0"/>
              <a:t>N(f) - </a:t>
            </a:r>
            <a:r>
              <a:rPr lang="uk-UA" sz="2000" dirty="0" smtClean="0"/>
              <a:t>обчислювальна </a:t>
            </a:r>
            <a:r>
              <a:rPr lang="uk-UA" sz="2000" dirty="0"/>
              <a:t>складність функції </a:t>
            </a:r>
            <a:r>
              <a:rPr lang="en-US" sz="2000" dirty="0"/>
              <a:t>f(</a:t>
            </a:r>
            <a:r>
              <a:rPr lang="uk-UA" sz="2000" dirty="0"/>
              <a:t>х), яка може обчислюватися за формулою, рядами (і тоді </a:t>
            </a:r>
            <a:r>
              <a:rPr lang="uk-UA" sz="2000" dirty="0" smtClean="0"/>
              <a:t>складність </a:t>
            </a:r>
            <a:r>
              <a:rPr lang="uk-UA" sz="2000" dirty="0"/>
              <a:t>обчислення функції залежатиме від похибки обчислень) або іншим </a:t>
            </a:r>
            <a:r>
              <a:rPr lang="uk-UA" sz="2000" dirty="0" smtClean="0"/>
              <a:t>чином.</a:t>
            </a:r>
          </a:p>
          <a:p>
            <a:endParaRPr lang="uk-UA" dirty="0"/>
          </a:p>
        </p:txBody>
      </p:sp>
      <p:sp>
        <p:nvSpPr>
          <p:cNvPr id="7" name="TextBox 6"/>
          <p:cNvSpPr txBox="1"/>
          <p:nvPr/>
        </p:nvSpPr>
        <p:spPr>
          <a:xfrm>
            <a:off x="4314550" y="1593666"/>
            <a:ext cx="4289898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dirty="0" smtClean="0"/>
              <a:t>С</a:t>
            </a:r>
            <a:r>
              <a:rPr lang="uk-UA" dirty="0" err="1" smtClean="0"/>
              <a:t>кладність</a:t>
            </a:r>
            <a:r>
              <a:rPr lang="uk-UA" dirty="0" smtClean="0"/>
              <a:t> визначається вхідними даними (a, b, ɛ) і не пов'язана з обсягами та кількістю</a:t>
            </a:r>
            <a:r>
              <a:rPr lang="en-US" dirty="0" smtClean="0"/>
              <a:t> </a:t>
            </a:r>
            <a:r>
              <a:rPr lang="uk-UA" dirty="0" smtClean="0"/>
              <a:t>даних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6587306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Зв'язок між </a:t>
            </a:r>
            <a:r>
              <a:rPr lang="uk-UA" dirty="0" smtClean="0"/>
              <a:t>складністю </a:t>
            </a:r>
            <a:r>
              <a:rPr lang="uk-UA" dirty="0"/>
              <a:t>та </a:t>
            </a:r>
            <a:r>
              <a:rPr lang="uk-UA" dirty="0" smtClean="0"/>
              <a:t>часовою ефективністю</a:t>
            </a:r>
            <a:endParaRPr lang="uk-UA" dirty="0"/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uk-UA" dirty="0" err="1" smtClean="0"/>
              <a:t>Кнут</a:t>
            </a:r>
            <a:r>
              <a:rPr lang="uk-UA" dirty="0" smtClean="0"/>
              <a:t>: однаковий час виконання команд</a:t>
            </a:r>
          </a:p>
          <a:p>
            <a:r>
              <a:rPr lang="ru-RU" dirty="0" smtClean="0"/>
              <a:t>Проста </a:t>
            </a:r>
            <a:r>
              <a:rPr lang="uk-UA" dirty="0" smtClean="0"/>
              <a:t>модифікація, якщо час виконання команд різний, але заздалегідь відомий</a:t>
            </a:r>
            <a:r>
              <a:rPr lang="ru-RU" dirty="0" smtClean="0"/>
              <a:t>.</a:t>
            </a:r>
          </a:p>
          <a:p>
            <a:r>
              <a:rPr lang="uk-UA" dirty="0" smtClean="0"/>
              <a:t>Сучасність: час </a:t>
            </a:r>
            <a:r>
              <a:rPr lang="uk-UA" dirty="0"/>
              <a:t>виконання команд не є постійним і може розглядатися лише як імовірнісна чи нечітка величина.</a:t>
            </a:r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D9491-D6EC-4C68-844F-2CA4534D854D}" type="slidenum">
              <a:rPr lang="uk-UA" smtClean="0"/>
              <a:t>17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333512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Система оптимізації програми</a:t>
            </a:r>
            <a:endParaRPr lang="uk-UA" dirty="0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D9491-D6EC-4C68-844F-2CA4534D854D}" type="slidenum">
              <a:rPr lang="uk-UA" smtClean="0"/>
              <a:t>18</a:t>
            </a:fld>
            <a:endParaRPr lang="uk-UA"/>
          </a:p>
        </p:txBody>
      </p:sp>
      <p:pic>
        <p:nvPicPr>
          <p:cNvPr id="7" name="Місце для вмісту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837" y="1710531"/>
            <a:ext cx="7172325" cy="4305300"/>
          </a:xfrm>
        </p:spPr>
      </p:pic>
    </p:spTree>
    <p:extLst>
      <p:ext uri="{BB962C8B-B14F-4D97-AF65-F5344CB8AC3E}">
        <p14:creationId xmlns:p14="http://schemas.microsoft.com/office/powerpoint/2010/main" val="4033685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Резюме</a:t>
            </a:r>
            <a:endParaRPr lang="uk-UA" dirty="0"/>
          </a:p>
        </p:txBody>
      </p:sp>
      <p:graphicFrame>
        <p:nvGraphicFramePr>
          <p:cNvPr id="5" name="Місце для вмісту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8676966"/>
              </p:ext>
            </p:extLst>
          </p:nvPr>
        </p:nvGraphicFramePr>
        <p:xfrm>
          <a:off x="467544" y="1412776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Місце для номер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F593F-0D5B-4CF0-BEE2-6583C73E7271}" type="slidenum">
              <a:rPr lang="uk-UA" smtClean="0"/>
              <a:t>19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35879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uk-UA" dirty="0" smtClean="0"/>
              <a:t>Дякую за увагу!</a:t>
            </a:r>
            <a:endParaRPr lang="uk-UA" dirty="0"/>
          </a:p>
        </p:txBody>
      </p:sp>
      <p:sp>
        <p:nvSpPr>
          <p:cNvPr id="6" name="Підзаголовок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ED9491-D6EC-4C68-844F-2CA4534D854D}" type="slidenum">
              <a:rPr lang="uk-UA" smtClean="0"/>
              <a:t>20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98353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2101</TotalTime>
  <Words>1239</Words>
  <Application>Microsoft Office PowerPoint</Application>
  <PresentationFormat>Екран (4:3)</PresentationFormat>
  <Paragraphs>149</Paragraphs>
  <Slides>20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слайдів</vt:lpstr>
      </vt:variant>
      <vt:variant>
        <vt:i4>20</vt:i4>
      </vt:variant>
    </vt:vector>
  </HeadingPairs>
  <TitlesOfParts>
    <vt:vector size="21" baseType="lpstr">
      <vt:lpstr>Тема Office</vt:lpstr>
      <vt:lpstr>Обчислювальна складність алгоритмів</vt:lpstr>
      <vt:lpstr>Критерії вибору алгоритму</vt:lpstr>
      <vt:lpstr>Обчислювальна складність алгоритму</vt:lpstr>
      <vt:lpstr>Складність алгоритму</vt:lpstr>
      <vt:lpstr>Обчислювальна складність та часова ефективність алгоритму</vt:lpstr>
      <vt:lpstr>Необхідність знання часової ефективності</vt:lpstr>
      <vt:lpstr>Випадки використання алгоритму</vt:lpstr>
      <vt:lpstr>Аналіз алгоритму по Кнуту</vt:lpstr>
      <vt:lpstr>Оцінка ефективності алгоритму*</vt:lpstr>
      <vt:lpstr>Недоліки методу обчислення оцінки алгоритму </vt:lpstr>
      <vt:lpstr>Асимптотична обчислювальна складність алгоритму</vt:lpstr>
      <vt:lpstr>Класи алгоритмів  за асимптотичною складністю</vt:lpstr>
      <vt:lpstr>Складність: обчислювальна  часова</vt:lpstr>
      <vt:lpstr>Залежність обчислювальної складності від даних</vt:lpstr>
      <vt:lpstr>Приклади залежності складності алгоритму від даних</vt:lpstr>
      <vt:lpstr>Обчислювальна складність алгоритмів наближених обчислень</vt:lpstr>
      <vt:lpstr>Зв'язок між складністю та часовою ефективністю</vt:lpstr>
      <vt:lpstr>Система оптимізації програми</vt:lpstr>
      <vt:lpstr>Резюме</vt:lpstr>
      <vt:lpstr>Дякую за увагу!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Загальні концепції тестування програмного забезпечення</dc:title>
  <dc:creator>Olena</dc:creator>
  <cp:lastModifiedBy>Olena</cp:lastModifiedBy>
  <cp:revision>186</cp:revision>
  <dcterms:created xsi:type="dcterms:W3CDTF">2023-09-07T16:54:39Z</dcterms:created>
  <dcterms:modified xsi:type="dcterms:W3CDTF">2023-11-16T22:05:10Z</dcterms:modified>
</cp:coreProperties>
</file>