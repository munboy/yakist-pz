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sldIdLst>
    <p:sldId id="256" r:id="rId2"/>
    <p:sldId id="295" r:id="rId3"/>
    <p:sldId id="281" r:id="rId4"/>
    <p:sldId id="294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79" r:id="rId18"/>
  </p:sldIdLst>
  <p:sldSz cx="9144000" cy="6858000" type="screen4x3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9A8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Стиль із теми 1 –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944" y="-3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0E22CC-B930-48EC-AFAA-B9176329538F}" type="doc">
      <dgm:prSet loTypeId="urn:microsoft.com/office/officeart/2005/8/layout/hList1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BD896754-D785-4B95-8BF5-DA48DCACB029}">
      <dgm:prSet phldrT="[Текст]"/>
      <dgm:spPr/>
      <dgm:t>
        <a:bodyPr/>
        <a:lstStyle/>
        <a:p>
          <a:r>
            <a:rPr lang="uk-UA" dirty="0" err="1" smtClean="0"/>
            <a:t>Інкрементне</a:t>
          </a:r>
          <a:endParaRPr lang="uk-UA" dirty="0"/>
        </a:p>
      </dgm:t>
    </dgm:pt>
    <dgm:pt modelId="{CF23CC9D-4421-4680-AE20-745052955674}" type="parTrans" cxnId="{5B7E0B25-7E7D-4FB4-AE83-69199319B971}">
      <dgm:prSet/>
      <dgm:spPr/>
      <dgm:t>
        <a:bodyPr/>
        <a:lstStyle/>
        <a:p>
          <a:endParaRPr lang="uk-UA"/>
        </a:p>
      </dgm:t>
    </dgm:pt>
    <dgm:pt modelId="{415F7328-E5B4-4138-BB88-1CAD6A447523}" type="sibTrans" cxnId="{5B7E0B25-7E7D-4FB4-AE83-69199319B971}">
      <dgm:prSet/>
      <dgm:spPr/>
      <dgm:t>
        <a:bodyPr/>
        <a:lstStyle/>
        <a:p>
          <a:endParaRPr lang="uk-UA"/>
        </a:p>
      </dgm:t>
    </dgm:pt>
    <dgm:pt modelId="{A873A260-1BC8-4FDD-BFA9-EC0B430CC75B}">
      <dgm:prSet phldrT="[Текст]"/>
      <dgm:spPr/>
      <dgm:t>
        <a:bodyPr/>
        <a:lstStyle/>
        <a:p>
          <a:r>
            <a:rPr lang="uk-UA" dirty="0" smtClean="0"/>
            <a:t>Менше витрат на драйвери та заглушки</a:t>
          </a:r>
          <a:endParaRPr lang="uk-UA" dirty="0"/>
        </a:p>
      </dgm:t>
    </dgm:pt>
    <dgm:pt modelId="{C0ABF1D7-07E8-4BDD-90E0-A303E78F3892}" type="parTrans" cxnId="{EE9FBBCC-8568-4517-A49D-847134136872}">
      <dgm:prSet/>
      <dgm:spPr/>
      <dgm:t>
        <a:bodyPr/>
        <a:lstStyle/>
        <a:p>
          <a:endParaRPr lang="uk-UA"/>
        </a:p>
      </dgm:t>
    </dgm:pt>
    <dgm:pt modelId="{C45243E1-0568-442B-9CF5-524CA42ECC4F}" type="sibTrans" cxnId="{EE9FBBCC-8568-4517-A49D-847134136872}">
      <dgm:prSet/>
      <dgm:spPr/>
      <dgm:t>
        <a:bodyPr/>
        <a:lstStyle/>
        <a:p>
          <a:endParaRPr lang="uk-UA"/>
        </a:p>
      </dgm:t>
    </dgm:pt>
    <dgm:pt modelId="{8BA167B7-0686-41D5-B2DC-1FF946A4D226}">
      <dgm:prSet phldrT="[Текст]"/>
      <dgm:spPr/>
      <dgm:t>
        <a:bodyPr/>
        <a:lstStyle/>
        <a:p>
          <a:r>
            <a:rPr lang="uk-UA" dirty="0" smtClean="0"/>
            <a:t>Раннє виявлення помилок між модульної взаємодії</a:t>
          </a:r>
          <a:endParaRPr lang="uk-UA" dirty="0"/>
        </a:p>
      </dgm:t>
    </dgm:pt>
    <dgm:pt modelId="{96968AEF-4C61-4D7A-9A49-F2546D6B77FE}" type="parTrans" cxnId="{01C9DE7E-6015-4ED2-9F05-C8E77AC987FD}">
      <dgm:prSet/>
      <dgm:spPr/>
      <dgm:t>
        <a:bodyPr/>
        <a:lstStyle/>
        <a:p>
          <a:endParaRPr lang="uk-UA"/>
        </a:p>
      </dgm:t>
    </dgm:pt>
    <dgm:pt modelId="{BB6F6764-876B-4FB1-AC06-6FBDB279E2B7}" type="sibTrans" cxnId="{01C9DE7E-6015-4ED2-9F05-C8E77AC987FD}">
      <dgm:prSet/>
      <dgm:spPr/>
      <dgm:t>
        <a:bodyPr/>
        <a:lstStyle/>
        <a:p>
          <a:endParaRPr lang="uk-UA"/>
        </a:p>
      </dgm:t>
    </dgm:pt>
    <dgm:pt modelId="{5EEAE249-A3EA-48B7-A222-14B1809E2B4C}">
      <dgm:prSet phldrT="[Текст]"/>
      <dgm:spPr/>
      <dgm:t>
        <a:bodyPr/>
        <a:lstStyle/>
        <a:p>
          <a:r>
            <a:rPr lang="uk-UA" dirty="0" smtClean="0"/>
            <a:t>Спрощення налагодження: раніше і більш точне виявлення помилок</a:t>
          </a:r>
          <a:endParaRPr lang="uk-UA" dirty="0"/>
        </a:p>
      </dgm:t>
    </dgm:pt>
    <dgm:pt modelId="{18AD3C1F-829B-4CC7-AA2C-780D611EF2C6}" type="parTrans" cxnId="{31DE657F-A239-4A23-98DD-CE7BA26F5525}">
      <dgm:prSet/>
      <dgm:spPr/>
      <dgm:t>
        <a:bodyPr/>
        <a:lstStyle/>
        <a:p>
          <a:endParaRPr lang="uk-UA"/>
        </a:p>
      </dgm:t>
    </dgm:pt>
    <dgm:pt modelId="{08413341-5A6A-40DC-A684-CC9D132C6DDA}" type="sibTrans" cxnId="{31DE657F-A239-4A23-98DD-CE7BA26F5525}">
      <dgm:prSet/>
      <dgm:spPr/>
      <dgm:t>
        <a:bodyPr/>
        <a:lstStyle/>
        <a:p>
          <a:endParaRPr lang="uk-UA"/>
        </a:p>
      </dgm:t>
    </dgm:pt>
    <dgm:pt modelId="{B8FCFFE2-8AF2-4B8A-832F-48E27F720EE3}">
      <dgm:prSet phldrT="[Текст]"/>
      <dgm:spPr/>
      <dgm:t>
        <a:bodyPr/>
        <a:lstStyle/>
        <a:p>
          <a:r>
            <a:rPr lang="uk-UA" dirty="0" err="1" smtClean="0"/>
            <a:t>Неінкрементне</a:t>
          </a:r>
          <a:endParaRPr lang="uk-UA" dirty="0"/>
        </a:p>
      </dgm:t>
    </dgm:pt>
    <dgm:pt modelId="{5000034C-7918-4B9C-B2CB-E6FB21770CB0}" type="parTrans" cxnId="{C365EF94-FB11-498B-9652-DD434CF77F97}">
      <dgm:prSet/>
      <dgm:spPr/>
      <dgm:t>
        <a:bodyPr/>
        <a:lstStyle/>
        <a:p>
          <a:endParaRPr lang="uk-UA"/>
        </a:p>
      </dgm:t>
    </dgm:pt>
    <dgm:pt modelId="{5D50B4F5-1544-4BDA-A199-EE6F763B19CF}" type="sibTrans" cxnId="{C365EF94-FB11-498B-9652-DD434CF77F97}">
      <dgm:prSet/>
      <dgm:spPr/>
      <dgm:t>
        <a:bodyPr/>
        <a:lstStyle/>
        <a:p>
          <a:endParaRPr lang="uk-UA"/>
        </a:p>
      </dgm:t>
    </dgm:pt>
    <dgm:pt modelId="{D5A71D89-7BCF-494E-8C4A-FC74873181A4}">
      <dgm:prSet phldrT="[Текст]"/>
      <dgm:spPr/>
      <dgm:t>
        <a:bodyPr/>
        <a:lstStyle/>
        <a:p>
          <a:r>
            <a:rPr lang="uk-UA" dirty="0" smtClean="0"/>
            <a:t>Зменшення витрат машинного часу (виконується один модуль та драйвер/заглушка, а не весь «ланцюжок»)</a:t>
          </a:r>
          <a:endParaRPr lang="uk-UA" dirty="0"/>
        </a:p>
      </dgm:t>
    </dgm:pt>
    <dgm:pt modelId="{4B190DDA-B69D-4192-A8A4-0A97C7117EC0}" type="parTrans" cxnId="{52B38CBB-4815-403C-BFF8-28F5580B1B35}">
      <dgm:prSet/>
      <dgm:spPr/>
      <dgm:t>
        <a:bodyPr/>
        <a:lstStyle/>
        <a:p>
          <a:endParaRPr lang="uk-UA"/>
        </a:p>
      </dgm:t>
    </dgm:pt>
    <dgm:pt modelId="{6A7B3864-7644-46EE-BE4B-7C390D93723A}" type="sibTrans" cxnId="{52B38CBB-4815-403C-BFF8-28F5580B1B35}">
      <dgm:prSet/>
      <dgm:spPr/>
      <dgm:t>
        <a:bodyPr/>
        <a:lstStyle/>
        <a:p>
          <a:endParaRPr lang="uk-UA"/>
        </a:p>
      </dgm:t>
    </dgm:pt>
    <dgm:pt modelId="{F4CA910A-2366-44BB-95E5-E93BE996D551}">
      <dgm:prSet phldrT="[Текст]"/>
      <dgm:spPr/>
      <dgm:t>
        <a:bodyPr/>
        <a:lstStyle/>
        <a:p>
          <a:r>
            <a:rPr lang="uk-UA" dirty="0" smtClean="0"/>
            <a:t>Більше можливостей паралельного тестування на ранніх етапах</a:t>
          </a:r>
          <a:endParaRPr lang="uk-UA" dirty="0"/>
        </a:p>
      </dgm:t>
    </dgm:pt>
    <dgm:pt modelId="{A8A02341-8173-4CDE-9334-F1AD3737808D}" type="parTrans" cxnId="{BE7E09E3-3179-476A-9537-442B6F05C242}">
      <dgm:prSet/>
      <dgm:spPr/>
      <dgm:t>
        <a:bodyPr/>
        <a:lstStyle/>
        <a:p>
          <a:endParaRPr lang="uk-UA"/>
        </a:p>
      </dgm:t>
    </dgm:pt>
    <dgm:pt modelId="{527CD4B3-6D10-42F7-A8AB-151B45E95ED0}" type="sibTrans" cxnId="{BE7E09E3-3179-476A-9537-442B6F05C242}">
      <dgm:prSet/>
      <dgm:spPr/>
      <dgm:t>
        <a:bodyPr/>
        <a:lstStyle/>
        <a:p>
          <a:endParaRPr lang="uk-UA"/>
        </a:p>
      </dgm:t>
    </dgm:pt>
    <dgm:pt modelId="{3D5BEA8E-5335-4BCB-B22D-991A5237D76B}">
      <dgm:prSet phldrT="[Текст]"/>
      <dgm:spPr/>
      <dgm:t>
        <a:bodyPr/>
        <a:lstStyle/>
        <a:p>
          <a:r>
            <a:rPr lang="uk-UA" dirty="0" smtClean="0"/>
            <a:t>Більше повне тестування (модуль тестується декілька разів)</a:t>
          </a:r>
          <a:endParaRPr lang="uk-UA" dirty="0"/>
        </a:p>
      </dgm:t>
    </dgm:pt>
    <dgm:pt modelId="{8A4F232D-0FB4-494D-ABEA-AC69DEF6E7A8}" type="parTrans" cxnId="{1DA63615-873F-4145-A2B6-7472B81DCEBA}">
      <dgm:prSet/>
      <dgm:spPr/>
      <dgm:t>
        <a:bodyPr/>
        <a:lstStyle/>
        <a:p>
          <a:endParaRPr lang="uk-UA"/>
        </a:p>
      </dgm:t>
    </dgm:pt>
    <dgm:pt modelId="{BA15F6E7-9CFA-43AC-A596-1C74B0F4AEB5}" type="sibTrans" cxnId="{1DA63615-873F-4145-A2B6-7472B81DCEBA}">
      <dgm:prSet/>
      <dgm:spPr/>
      <dgm:t>
        <a:bodyPr/>
        <a:lstStyle/>
        <a:p>
          <a:endParaRPr lang="uk-UA"/>
        </a:p>
      </dgm:t>
    </dgm:pt>
    <dgm:pt modelId="{55DCA73D-1E2F-47E6-AD5B-648E49BF13B1}" type="pres">
      <dgm:prSet presAssocID="{2C0E22CC-B930-48EC-AFAA-B9176329538F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uk-UA"/>
        </a:p>
      </dgm:t>
    </dgm:pt>
    <dgm:pt modelId="{681B6293-51F7-40CB-A82A-505ADB806AFA}" type="pres">
      <dgm:prSet presAssocID="{BD896754-D785-4B95-8BF5-DA48DCACB029}" presName="composite" presStyleCnt="0"/>
      <dgm:spPr/>
    </dgm:pt>
    <dgm:pt modelId="{CE553690-A992-4D9A-BCC2-70C9E9EFD1DA}" type="pres">
      <dgm:prSet presAssocID="{BD896754-D785-4B95-8BF5-DA48DCACB029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FC331B3D-0EAE-48F7-BE1D-B92BA6FD388A}" type="pres">
      <dgm:prSet presAssocID="{BD896754-D785-4B95-8BF5-DA48DCACB029}" presName="desTx" presStyleLbl="align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D4417D86-B1CE-4DE8-8F12-A3BC5319BEC6}" type="pres">
      <dgm:prSet presAssocID="{415F7328-E5B4-4138-BB88-1CAD6A447523}" presName="space" presStyleCnt="0"/>
      <dgm:spPr/>
    </dgm:pt>
    <dgm:pt modelId="{AEFB8CF2-CFFB-434F-9C60-7F38F2E869C2}" type="pres">
      <dgm:prSet presAssocID="{B8FCFFE2-8AF2-4B8A-832F-48E27F720EE3}" presName="composite" presStyleCnt="0"/>
      <dgm:spPr/>
    </dgm:pt>
    <dgm:pt modelId="{242CC86D-A4FD-40E7-9F81-E7BCD7F6FFE2}" type="pres">
      <dgm:prSet presAssocID="{B8FCFFE2-8AF2-4B8A-832F-48E27F720EE3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90F27204-9A0F-4E39-AEE5-600406116525}" type="pres">
      <dgm:prSet presAssocID="{B8FCFFE2-8AF2-4B8A-832F-48E27F720EE3}" presName="desTx" presStyleLbl="align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</dgm:ptLst>
  <dgm:cxnLst>
    <dgm:cxn modelId="{5D873E9C-6B4F-44D7-B7FC-34ACB58E8060}" type="presOf" srcId="{B8FCFFE2-8AF2-4B8A-832F-48E27F720EE3}" destId="{242CC86D-A4FD-40E7-9F81-E7BCD7F6FFE2}" srcOrd="0" destOrd="0" presId="urn:microsoft.com/office/officeart/2005/8/layout/hList1"/>
    <dgm:cxn modelId="{1DA63615-873F-4145-A2B6-7472B81DCEBA}" srcId="{BD896754-D785-4B95-8BF5-DA48DCACB029}" destId="{3D5BEA8E-5335-4BCB-B22D-991A5237D76B}" srcOrd="3" destOrd="0" parTransId="{8A4F232D-0FB4-494D-ABEA-AC69DEF6E7A8}" sibTransId="{BA15F6E7-9CFA-43AC-A596-1C74B0F4AEB5}"/>
    <dgm:cxn modelId="{2A0F96EA-F279-4E99-A9C6-F1EA6DBF6B42}" type="presOf" srcId="{F4CA910A-2366-44BB-95E5-E93BE996D551}" destId="{90F27204-9A0F-4E39-AEE5-600406116525}" srcOrd="0" destOrd="1" presId="urn:microsoft.com/office/officeart/2005/8/layout/hList1"/>
    <dgm:cxn modelId="{C4C62477-EB38-422E-985E-DE462880E6C8}" type="presOf" srcId="{2C0E22CC-B930-48EC-AFAA-B9176329538F}" destId="{55DCA73D-1E2F-47E6-AD5B-648E49BF13B1}" srcOrd="0" destOrd="0" presId="urn:microsoft.com/office/officeart/2005/8/layout/hList1"/>
    <dgm:cxn modelId="{01C9DE7E-6015-4ED2-9F05-C8E77AC987FD}" srcId="{BD896754-D785-4B95-8BF5-DA48DCACB029}" destId="{8BA167B7-0686-41D5-B2DC-1FF946A4D226}" srcOrd="1" destOrd="0" parTransId="{96968AEF-4C61-4D7A-9A49-F2546D6B77FE}" sibTransId="{BB6F6764-876B-4FB1-AC06-6FBDB279E2B7}"/>
    <dgm:cxn modelId="{DFB82330-3375-4480-863B-B832E74EEC57}" type="presOf" srcId="{A873A260-1BC8-4FDD-BFA9-EC0B430CC75B}" destId="{FC331B3D-0EAE-48F7-BE1D-B92BA6FD388A}" srcOrd="0" destOrd="0" presId="urn:microsoft.com/office/officeart/2005/8/layout/hList1"/>
    <dgm:cxn modelId="{5B7E0B25-7E7D-4FB4-AE83-69199319B971}" srcId="{2C0E22CC-B930-48EC-AFAA-B9176329538F}" destId="{BD896754-D785-4B95-8BF5-DA48DCACB029}" srcOrd="0" destOrd="0" parTransId="{CF23CC9D-4421-4680-AE20-745052955674}" sibTransId="{415F7328-E5B4-4138-BB88-1CAD6A447523}"/>
    <dgm:cxn modelId="{642D5415-07D4-4EC4-BC53-8668DC1BF9F7}" type="presOf" srcId="{8BA167B7-0686-41D5-B2DC-1FF946A4D226}" destId="{FC331B3D-0EAE-48F7-BE1D-B92BA6FD388A}" srcOrd="0" destOrd="1" presId="urn:microsoft.com/office/officeart/2005/8/layout/hList1"/>
    <dgm:cxn modelId="{52B38CBB-4815-403C-BFF8-28F5580B1B35}" srcId="{B8FCFFE2-8AF2-4B8A-832F-48E27F720EE3}" destId="{D5A71D89-7BCF-494E-8C4A-FC74873181A4}" srcOrd="0" destOrd="0" parTransId="{4B190DDA-B69D-4192-A8A4-0A97C7117EC0}" sibTransId="{6A7B3864-7644-46EE-BE4B-7C390D93723A}"/>
    <dgm:cxn modelId="{BE7E09E3-3179-476A-9537-442B6F05C242}" srcId="{B8FCFFE2-8AF2-4B8A-832F-48E27F720EE3}" destId="{F4CA910A-2366-44BB-95E5-E93BE996D551}" srcOrd="1" destOrd="0" parTransId="{A8A02341-8173-4CDE-9334-F1AD3737808D}" sibTransId="{527CD4B3-6D10-42F7-A8AB-151B45E95ED0}"/>
    <dgm:cxn modelId="{998E82F4-29D2-4F8B-9640-A9F7ED4D7C7B}" type="presOf" srcId="{5EEAE249-A3EA-48B7-A222-14B1809E2B4C}" destId="{FC331B3D-0EAE-48F7-BE1D-B92BA6FD388A}" srcOrd="0" destOrd="2" presId="urn:microsoft.com/office/officeart/2005/8/layout/hList1"/>
    <dgm:cxn modelId="{0527A363-3124-4A1E-A86F-196653B7C06E}" type="presOf" srcId="{3D5BEA8E-5335-4BCB-B22D-991A5237D76B}" destId="{FC331B3D-0EAE-48F7-BE1D-B92BA6FD388A}" srcOrd="0" destOrd="3" presId="urn:microsoft.com/office/officeart/2005/8/layout/hList1"/>
    <dgm:cxn modelId="{C365EF94-FB11-498B-9652-DD434CF77F97}" srcId="{2C0E22CC-B930-48EC-AFAA-B9176329538F}" destId="{B8FCFFE2-8AF2-4B8A-832F-48E27F720EE3}" srcOrd="1" destOrd="0" parTransId="{5000034C-7918-4B9C-B2CB-E6FB21770CB0}" sibTransId="{5D50B4F5-1544-4BDA-A199-EE6F763B19CF}"/>
    <dgm:cxn modelId="{EE9FBBCC-8568-4517-A49D-847134136872}" srcId="{BD896754-D785-4B95-8BF5-DA48DCACB029}" destId="{A873A260-1BC8-4FDD-BFA9-EC0B430CC75B}" srcOrd="0" destOrd="0" parTransId="{C0ABF1D7-07E8-4BDD-90E0-A303E78F3892}" sibTransId="{C45243E1-0568-442B-9CF5-524CA42ECC4F}"/>
    <dgm:cxn modelId="{00C2C521-EF6A-4A5C-A078-C3AE60815B1A}" type="presOf" srcId="{D5A71D89-7BCF-494E-8C4A-FC74873181A4}" destId="{90F27204-9A0F-4E39-AEE5-600406116525}" srcOrd="0" destOrd="0" presId="urn:microsoft.com/office/officeart/2005/8/layout/hList1"/>
    <dgm:cxn modelId="{31DE657F-A239-4A23-98DD-CE7BA26F5525}" srcId="{BD896754-D785-4B95-8BF5-DA48DCACB029}" destId="{5EEAE249-A3EA-48B7-A222-14B1809E2B4C}" srcOrd="2" destOrd="0" parTransId="{18AD3C1F-829B-4CC7-AA2C-780D611EF2C6}" sibTransId="{08413341-5A6A-40DC-A684-CC9D132C6DDA}"/>
    <dgm:cxn modelId="{D9A855C3-D4F0-4EE6-A19E-E8E760EB00AE}" type="presOf" srcId="{BD896754-D785-4B95-8BF5-DA48DCACB029}" destId="{CE553690-A992-4D9A-BCC2-70C9E9EFD1DA}" srcOrd="0" destOrd="0" presId="urn:microsoft.com/office/officeart/2005/8/layout/hList1"/>
    <dgm:cxn modelId="{3CEE2022-7F72-4499-B408-D9833743C9A8}" type="presParOf" srcId="{55DCA73D-1E2F-47E6-AD5B-648E49BF13B1}" destId="{681B6293-51F7-40CB-A82A-505ADB806AFA}" srcOrd="0" destOrd="0" presId="urn:microsoft.com/office/officeart/2005/8/layout/hList1"/>
    <dgm:cxn modelId="{84088164-84DE-474D-BFF9-A1394707FDAB}" type="presParOf" srcId="{681B6293-51F7-40CB-A82A-505ADB806AFA}" destId="{CE553690-A992-4D9A-BCC2-70C9E9EFD1DA}" srcOrd="0" destOrd="0" presId="urn:microsoft.com/office/officeart/2005/8/layout/hList1"/>
    <dgm:cxn modelId="{ADF729EE-CDB0-4E5B-8958-332E76DDE7E1}" type="presParOf" srcId="{681B6293-51F7-40CB-A82A-505ADB806AFA}" destId="{FC331B3D-0EAE-48F7-BE1D-B92BA6FD388A}" srcOrd="1" destOrd="0" presId="urn:microsoft.com/office/officeart/2005/8/layout/hList1"/>
    <dgm:cxn modelId="{47E3AE3D-1A82-48FD-946B-26EE2A21DE7F}" type="presParOf" srcId="{55DCA73D-1E2F-47E6-AD5B-648E49BF13B1}" destId="{D4417D86-B1CE-4DE8-8F12-A3BC5319BEC6}" srcOrd="1" destOrd="0" presId="urn:microsoft.com/office/officeart/2005/8/layout/hList1"/>
    <dgm:cxn modelId="{25EF3F12-3E08-45B5-8FD0-59100446C924}" type="presParOf" srcId="{55DCA73D-1E2F-47E6-AD5B-648E49BF13B1}" destId="{AEFB8CF2-CFFB-434F-9C60-7F38F2E869C2}" srcOrd="2" destOrd="0" presId="urn:microsoft.com/office/officeart/2005/8/layout/hList1"/>
    <dgm:cxn modelId="{4797F8A9-186D-4664-87EB-8DE28B31D390}" type="presParOf" srcId="{AEFB8CF2-CFFB-434F-9C60-7F38F2E869C2}" destId="{242CC86D-A4FD-40E7-9F81-E7BCD7F6FFE2}" srcOrd="0" destOrd="0" presId="urn:microsoft.com/office/officeart/2005/8/layout/hList1"/>
    <dgm:cxn modelId="{A6FE2DFD-2C50-4505-91FA-62863ABE122A}" type="presParOf" srcId="{AEFB8CF2-CFFB-434F-9C60-7F38F2E869C2}" destId="{90F27204-9A0F-4E39-AEE5-60040611652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77C03C8-9D79-4515-A8E8-AC5B132622B7}" type="doc">
      <dgm:prSet loTypeId="urn:microsoft.com/office/officeart/2005/8/layout/default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3BF82105-E685-4434-9F44-6666F49DA6FE}">
      <dgm:prSet phldrT="[Текст]"/>
      <dgm:spPr/>
      <dgm:t>
        <a:bodyPr/>
        <a:lstStyle/>
        <a:p>
          <a:r>
            <a:rPr lang="uk-UA" dirty="0" smtClean="0"/>
            <a:t>Заглушка має імітувати роботу модуля</a:t>
          </a:r>
          <a:endParaRPr lang="uk-UA" dirty="0"/>
        </a:p>
      </dgm:t>
    </dgm:pt>
    <dgm:pt modelId="{6EAF6317-9EEE-4AFB-BC64-3C93B9801387}" type="parTrans" cxnId="{0416306A-AFE5-49D9-B754-83F8C74465EA}">
      <dgm:prSet/>
      <dgm:spPr/>
      <dgm:t>
        <a:bodyPr/>
        <a:lstStyle/>
        <a:p>
          <a:endParaRPr lang="uk-UA"/>
        </a:p>
      </dgm:t>
    </dgm:pt>
    <dgm:pt modelId="{AD548312-1976-4760-97DC-41F42292656B}" type="sibTrans" cxnId="{0416306A-AFE5-49D9-B754-83F8C74465EA}">
      <dgm:prSet/>
      <dgm:spPr/>
      <dgm:t>
        <a:bodyPr/>
        <a:lstStyle/>
        <a:p>
          <a:endParaRPr lang="uk-UA"/>
        </a:p>
      </dgm:t>
    </dgm:pt>
    <dgm:pt modelId="{C287C2BD-F830-4F85-B8DA-3755155DB14B}">
      <dgm:prSet phldrT="[Текст]"/>
      <dgm:spPr/>
      <dgm:t>
        <a:bodyPr/>
        <a:lstStyle/>
        <a:p>
          <a:r>
            <a:rPr lang="uk-UA" dirty="0" smtClean="0"/>
            <a:t>Заглушка має давати дані для модулів верхнього рівня</a:t>
          </a:r>
          <a:endParaRPr lang="uk-UA" dirty="0"/>
        </a:p>
      </dgm:t>
    </dgm:pt>
    <dgm:pt modelId="{E2F3496F-A628-4AB5-98F2-404F4FEF52FE}" type="parTrans" cxnId="{EB59D4C9-FF71-452A-9D44-8DF7C305B97C}">
      <dgm:prSet/>
      <dgm:spPr/>
      <dgm:t>
        <a:bodyPr/>
        <a:lstStyle/>
        <a:p>
          <a:endParaRPr lang="uk-UA"/>
        </a:p>
      </dgm:t>
    </dgm:pt>
    <dgm:pt modelId="{6B46A6D0-CF63-4A91-B11E-0B44D2BC4BB9}" type="sibTrans" cxnId="{EB59D4C9-FF71-452A-9D44-8DF7C305B97C}">
      <dgm:prSet/>
      <dgm:spPr/>
      <dgm:t>
        <a:bodyPr/>
        <a:lstStyle/>
        <a:p>
          <a:endParaRPr lang="uk-UA"/>
        </a:p>
      </dgm:t>
    </dgm:pt>
    <dgm:pt modelId="{26FE3F9E-18B1-427A-896C-B85718347BB7}">
      <dgm:prSet phldrT="[Текст]"/>
      <dgm:spPr/>
      <dgm:t>
        <a:bodyPr/>
        <a:lstStyle/>
        <a:p>
          <a:r>
            <a:rPr lang="uk-UA" dirty="0" smtClean="0"/>
            <a:t>Дані для модулів верхнього рівня мають бути різні – розробка кількох заглушок або завантаження у заглушку даних з зовнішнього файлу </a:t>
          </a:r>
          <a:endParaRPr lang="uk-UA" dirty="0"/>
        </a:p>
      </dgm:t>
    </dgm:pt>
    <dgm:pt modelId="{556895B8-2B7E-46CC-B431-8DDEE902CEAD}" type="parTrans" cxnId="{F023E02F-47BF-469C-9943-8B2641E79D6D}">
      <dgm:prSet/>
      <dgm:spPr/>
      <dgm:t>
        <a:bodyPr/>
        <a:lstStyle/>
        <a:p>
          <a:endParaRPr lang="uk-UA"/>
        </a:p>
      </dgm:t>
    </dgm:pt>
    <dgm:pt modelId="{7302198D-22FD-40FD-9062-E6D9677C0E88}" type="sibTrans" cxnId="{F023E02F-47BF-469C-9943-8B2641E79D6D}">
      <dgm:prSet/>
      <dgm:spPr/>
      <dgm:t>
        <a:bodyPr/>
        <a:lstStyle/>
        <a:p>
          <a:endParaRPr lang="uk-UA"/>
        </a:p>
      </dgm:t>
    </dgm:pt>
    <dgm:pt modelId="{940D7276-1C33-40CE-9394-9F735219406F}" type="pres">
      <dgm:prSet presAssocID="{277C03C8-9D79-4515-A8E8-AC5B132622B7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uk-UA"/>
        </a:p>
      </dgm:t>
    </dgm:pt>
    <dgm:pt modelId="{370882EF-3244-4F9A-8F33-31F5FAE5A2DB}" type="pres">
      <dgm:prSet presAssocID="{3BF82105-E685-4434-9F44-6666F49DA6FE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EB3E8FC6-B33C-412B-9133-19E26D9D9A9D}" type="pres">
      <dgm:prSet presAssocID="{AD548312-1976-4760-97DC-41F42292656B}" presName="sibTrans" presStyleCnt="0"/>
      <dgm:spPr/>
    </dgm:pt>
    <dgm:pt modelId="{ED03CB66-EC46-4AE3-B40C-A49CFA97744D}" type="pres">
      <dgm:prSet presAssocID="{C287C2BD-F830-4F85-B8DA-3755155DB14B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AF045A59-3E4E-41FE-B800-1B002164F1FC}" type="pres">
      <dgm:prSet presAssocID="{6B46A6D0-CF63-4A91-B11E-0B44D2BC4BB9}" presName="sibTrans" presStyleCnt="0"/>
      <dgm:spPr/>
    </dgm:pt>
    <dgm:pt modelId="{163A8656-76C7-4A37-95DA-4A676F264C5A}" type="pres">
      <dgm:prSet presAssocID="{26FE3F9E-18B1-427A-896C-B85718347BB7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</dgm:ptLst>
  <dgm:cxnLst>
    <dgm:cxn modelId="{F023E02F-47BF-469C-9943-8B2641E79D6D}" srcId="{277C03C8-9D79-4515-A8E8-AC5B132622B7}" destId="{26FE3F9E-18B1-427A-896C-B85718347BB7}" srcOrd="2" destOrd="0" parTransId="{556895B8-2B7E-46CC-B431-8DDEE902CEAD}" sibTransId="{7302198D-22FD-40FD-9062-E6D9677C0E88}"/>
    <dgm:cxn modelId="{0416306A-AFE5-49D9-B754-83F8C74465EA}" srcId="{277C03C8-9D79-4515-A8E8-AC5B132622B7}" destId="{3BF82105-E685-4434-9F44-6666F49DA6FE}" srcOrd="0" destOrd="0" parTransId="{6EAF6317-9EEE-4AFB-BC64-3C93B9801387}" sibTransId="{AD548312-1976-4760-97DC-41F42292656B}"/>
    <dgm:cxn modelId="{C56409A5-AE67-4FC5-9B47-5C55D706F399}" type="presOf" srcId="{26FE3F9E-18B1-427A-896C-B85718347BB7}" destId="{163A8656-76C7-4A37-95DA-4A676F264C5A}" srcOrd="0" destOrd="0" presId="urn:microsoft.com/office/officeart/2005/8/layout/default"/>
    <dgm:cxn modelId="{1AC3C8CA-0B99-4C28-AC17-ED9CA85A0510}" type="presOf" srcId="{C287C2BD-F830-4F85-B8DA-3755155DB14B}" destId="{ED03CB66-EC46-4AE3-B40C-A49CFA97744D}" srcOrd="0" destOrd="0" presId="urn:microsoft.com/office/officeart/2005/8/layout/default"/>
    <dgm:cxn modelId="{FA9FD886-2FF8-4AEB-AD70-FB3DACC6E131}" type="presOf" srcId="{3BF82105-E685-4434-9F44-6666F49DA6FE}" destId="{370882EF-3244-4F9A-8F33-31F5FAE5A2DB}" srcOrd="0" destOrd="0" presId="urn:microsoft.com/office/officeart/2005/8/layout/default"/>
    <dgm:cxn modelId="{EB59D4C9-FF71-452A-9D44-8DF7C305B97C}" srcId="{277C03C8-9D79-4515-A8E8-AC5B132622B7}" destId="{C287C2BD-F830-4F85-B8DA-3755155DB14B}" srcOrd="1" destOrd="0" parTransId="{E2F3496F-A628-4AB5-98F2-404F4FEF52FE}" sibTransId="{6B46A6D0-CF63-4A91-B11E-0B44D2BC4BB9}"/>
    <dgm:cxn modelId="{D93EAF71-72E0-47C3-A33C-D018BB191048}" type="presOf" srcId="{277C03C8-9D79-4515-A8E8-AC5B132622B7}" destId="{940D7276-1C33-40CE-9394-9F735219406F}" srcOrd="0" destOrd="0" presId="urn:microsoft.com/office/officeart/2005/8/layout/default"/>
    <dgm:cxn modelId="{38AD0E73-2842-4F99-B238-984345634214}" type="presParOf" srcId="{940D7276-1C33-40CE-9394-9F735219406F}" destId="{370882EF-3244-4F9A-8F33-31F5FAE5A2DB}" srcOrd="0" destOrd="0" presId="urn:microsoft.com/office/officeart/2005/8/layout/default"/>
    <dgm:cxn modelId="{65EDEE01-6580-4317-A8E2-D29AABC2C43E}" type="presParOf" srcId="{940D7276-1C33-40CE-9394-9F735219406F}" destId="{EB3E8FC6-B33C-412B-9133-19E26D9D9A9D}" srcOrd="1" destOrd="0" presId="urn:microsoft.com/office/officeart/2005/8/layout/default"/>
    <dgm:cxn modelId="{6E4BFB51-CBB3-4649-ADE9-23CBC1702AAA}" type="presParOf" srcId="{940D7276-1C33-40CE-9394-9F735219406F}" destId="{ED03CB66-EC46-4AE3-B40C-A49CFA97744D}" srcOrd="2" destOrd="0" presId="urn:microsoft.com/office/officeart/2005/8/layout/default"/>
    <dgm:cxn modelId="{D6CAB8A4-4227-451F-B349-08146842EDA4}" type="presParOf" srcId="{940D7276-1C33-40CE-9394-9F735219406F}" destId="{AF045A59-3E4E-41FE-B800-1B002164F1FC}" srcOrd="3" destOrd="0" presId="urn:microsoft.com/office/officeart/2005/8/layout/default"/>
    <dgm:cxn modelId="{3D10EEC5-4849-4A9B-9228-6923AEEC475F}" type="presParOf" srcId="{940D7276-1C33-40CE-9394-9F735219406F}" destId="{163A8656-76C7-4A37-95DA-4A676F264C5A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11C78CC-FA88-4D61-8107-10884B7ED313}" type="doc">
      <dgm:prSet loTypeId="urn:microsoft.com/office/officeart/2005/8/layout/default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71D902B0-EF80-473B-BA30-3C40FEF4327B}">
      <dgm:prSet phldrT="[Текст]"/>
      <dgm:spPr/>
      <dgm:t>
        <a:bodyPr/>
        <a:lstStyle/>
        <a:p>
          <a:r>
            <a:rPr lang="uk-UA" dirty="0" smtClean="0"/>
            <a:t>Критично важливі модулі</a:t>
          </a:r>
          <a:endParaRPr lang="uk-UA" dirty="0"/>
        </a:p>
      </dgm:t>
    </dgm:pt>
    <dgm:pt modelId="{2382D78A-3353-48F9-9BF7-2972C5E1456D}" type="parTrans" cxnId="{B200D37E-3EEB-4F2F-B948-16BD541D3C0B}">
      <dgm:prSet/>
      <dgm:spPr/>
      <dgm:t>
        <a:bodyPr/>
        <a:lstStyle/>
        <a:p>
          <a:endParaRPr lang="uk-UA"/>
        </a:p>
      </dgm:t>
    </dgm:pt>
    <dgm:pt modelId="{560CA72F-5766-420F-A25E-7940F0CC67C1}" type="sibTrans" cxnId="{B200D37E-3EEB-4F2F-B948-16BD541D3C0B}">
      <dgm:prSet/>
      <dgm:spPr/>
      <dgm:t>
        <a:bodyPr/>
        <a:lstStyle/>
        <a:p>
          <a:endParaRPr lang="uk-UA"/>
        </a:p>
      </dgm:t>
    </dgm:pt>
    <dgm:pt modelId="{6C61BFCF-D196-423D-B6F5-E637A5FC4942}">
      <dgm:prSet phldrT="[Текст]"/>
      <dgm:spPr/>
      <dgm:t>
        <a:bodyPr/>
        <a:lstStyle/>
        <a:p>
          <a:r>
            <a:rPr lang="uk-UA" dirty="0" smtClean="0"/>
            <a:t>Модулі, що реалізують введення та/або виведення даних</a:t>
          </a:r>
        </a:p>
      </dgm:t>
    </dgm:pt>
    <dgm:pt modelId="{3A7E183F-28FE-4C5E-B34E-51337F7B06F5}" type="parTrans" cxnId="{3156719F-76AF-4D74-B932-0B3BA24E42B3}">
      <dgm:prSet/>
      <dgm:spPr/>
      <dgm:t>
        <a:bodyPr/>
        <a:lstStyle/>
        <a:p>
          <a:endParaRPr lang="uk-UA"/>
        </a:p>
      </dgm:t>
    </dgm:pt>
    <dgm:pt modelId="{C082E551-4964-4263-BFDF-6B9FAC564BA8}" type="sibTrans" cxnId="{3156719F-76AF-4D74-B932-0B3BA24E42B3}">
      <dgm:prSet/>
      <dgm:spPr/>
      <dgm:t>
        <a:bodyPr/>
        <a:lstStyle/>
        <a:p>
          <a:endParaRPr lang="uk-UA"/>
        </a:p>
      </dgm:t>
    </dgm:pt>
    <dgm:pt modelId="{879E0987-AD63-4B74-84DA-7AD0801B7AF4}">
      <dgm:prSet phldrT="[Текст]"/>
      <dgm:spPr/>
      <dgm:t>
        <a:bodyPr/>
        <a:lstStyle/>
        <a:p>
          <a:r>
            <a:rPr lang="uk-UA" dirty="0" smtClean="0"/>
            <a:t>Дозволяють створити ранню каркасну версію</a:t>
          </a:r>
          <a:endParaRPr lang="uk-UA" dirty="0"/>
        </a:p>
      </dgm:t>
    </dgm:pt>
    <dgm:pt modelId="{E99D8C17-0B99-4DFD-9D0D-C2D1AAC00CDA}" type="parTrans" cxnId="{4DA0200B-5435-48A7-AE93-2BBE197B5052}">
      <dgm:prSet/>
      <dgm:spPr/>
      <dgm:t>
        <a:bodyPr/>
        <a:lstStyle/>
        <a:p>
          <a:endParaRPr lang="uk-UA"/>
        </a:p>
      </dgm:t>
    </dgm:pt>
    <dgm:pt modelId="{DB1C3B61-80C7-41AB-BDCD-784F09AA62D2}" type="sibTrans" cxnId="{4DA0200B-5435-48A7-AE93-2BBE197B5052}">
      <dgm:prSet/>
      <dgm:spPr/>
      <dgm:t>
        <a:bodyPr/>
        <a:lstStyle/>
        <a:p>
          <a:endParaRPr lang="uk-UA"/>
        </a:p>
      </dgm:t>
    </dgm:pt>
    <dgm:pt modelId="{25B2C952-3CC1-4ABA-957D-2DAB3F29F491}">
      <dgm:prSet phldrT="[Текст]"/>
      <dgm:spPr/>
      <dgm:t>
        <a:bodyPr/>
        <a:lstStyle/>
        <a:p>
          <a:r>
            <a:rPr lang="uk-UA" dirty="0" smtClean="0"/>
            <a:t>Реалізують новий алгоритм, мають високу складність, є принципово новими частинами системи</a:t>
          </a:r>
          <a:endParaRPr lang="uk-UA" dirty="0"/>
        </a:p>
      </dgm:t>
    </dgm:pt>
    <dgm:pt modelId="{2E84F539-8912-4CD7-A5EA-367E26BDE7C5}" type="parTrans" cxnId="{656ECEFE-E584-42FD-9AD9-3F91AC2EDDE6}">
      <dgm:prSet/>
      <dgm:spPr/>
      <dgm:t>
        <a:bodyPr/>
        <a:lstStyle/>
        <a:p>
          <a:endParaRPr lang="uk-UA"/>
        </a:p>
      </dgm:t>
    </dgm:pt>
    <dgm:pt modelId="{C5A9B2DA-1DAF-4FD8-98AE-2AE2F52C3A7B}" type="sibTrans" cxnId="{656ECEFE-E584-42FD-9AD9-3F91AC2EDDE6}">
      <dgm:prSet/>
      <dgm:spPr/>
      <dgm:t>
        <a:bodyPr/>
        <a:lstStyle/>
        <a:p>
          <a:endParaRPr lang="uk-UA"/>
        </a:p>
      </dgm:t>
    </dgm:pt>
    <dgm:pt modelId="{A0A8194B-E4EA-4EC9-81E4-54AF6FF4A63C}" type="pres">
      <dgm:prSet presAssocID="{211C78CC-FA88-4D61-8107-10884B7ED31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uk-UA"/>
        </a:p>
      </dgm:t>
    </dgm:pt>
    <dgm:pt modelId="{31B27F37-8684-4B15-8E38-C63B16365AF8}" type="pres">
      <dgm:prSet presAssocID="{71D902B0-EF80-473B-BA30-3C40FEF4327B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602155A6-27A9-4148-BA8A-16F51EFB8D28}" type="pres">
      <dgm:prSet presAssocID="{560CA72F-5766-420F-A25E-7940F0CC67C1}" presName="sibTrans" presStyleCnt="0"/>
      <dgm:spPr/>
    </dgm:pt>
    <dgm:pt modelId="{8C5D9B56-42F5-4363-934C-410121C454DF}" type="pres">
      <dgm:prSet presAssocID="{6C61BFCF-D196-423D-B6F5-E637A5FC4942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</dgm:ptLst>
  <dgm:cxnLst>
    <dgm:cxn modelId="{4DAB27A3-1240-416F-855F-D929E32BD661}" type="presOf" srcId="{25B2C952-3CC1-4ABA-957D-2DAB3F29F491}" destId="{31B27F37-8684-4B15-8E38-C63B16365AF8}" srcOrd="0" destOrd="1" presId="urn:microsoft.com/office/officeart/2005/8/layout/default"/>
    <dgm:cxn modelId="{7731CCF1-5965-49D7-AF3F-3E97F75C1153}" type="presOf" srcId="{6C61BFCF-D196-423D-B6F5-E637A5FC4942}" destId="{8C5D9B56-42F5-4363-934C-410121C454DF}" srcOrd="0" destOrd="0" presId="urn:microsoft.com/office/officeart/2005/8/layout/default"/>
    <dgm:cxn modelId="{EFAA8CD5-60B0-4A80-9E42-E5B176F18FBC}" type="presOf" srcId="{879E0987-AD63-4B74-84DA-7AD0801B7AF4}" destId="{8C5D9B56-42F5-4363-934C-410121C454DF}" srcOrd="0" destOrd="1" presId="urn:microsoft.com/office/officeart/2005/8/layout/default"/>
    <dgm:cxn modelId="{49E4715D-6CB5-4CA8-9F67-832996549665}" type="presOf" srcId="{211C78CC-FA88-4D61-8107-10884B7ED313}" destId="{A0A8194B-E4EA-4EC9-81E4-54AF6FF4A63C}" srcOrd="0" destOrd="0" presId="urn:microsoft.com/office/officeart/2005/8/layout/default"/>
    <dgm:cxn modelId="{B200D37E-3EEB-4F2F-B948-16BD541D3C0B}" srcId="{211C78CC-FA88-4D61-8107-10884B7ED313}" destId="{71D902B0-EF80-473B-BA30-3C40FEF4327B}" srcOrd="0" destOrd="0" parTransId="{2382D78A-3353-48F9-9BF7-2972C5E1456D}" sibTransId="{560CA72F-5766-420F-A25E-7940F0CC67C1}"/>
    <dgm:cxn modelId="{656ECEFE-E584-42FD-9AD9-3F91AC2EDDE6}" srcId="{71D902B0-EF80-473B-BA30-3C40FEF4327B}" destId="{25B2C952-3CC1-4ABA-957D-2DAB3F29F491}" srcOrd="0" destOrd="0" parTransId="{2E84F539-8912-4CD7-A5EA-367E26BDE7C5}" sibTransId="{C5A9B2DA-1DAF-4FD8-98AE-2AE2F52C3A7B}"/>
    <dgm:cxn modelId="{D06A80E9-4410-4E21-B0E0-F085A55D0C2C}" type="presOf" srcId="{71D902B0-EF80-473B-BA30-3C40FEF4327B}" destId="{31B27F37-8684-4B15-8E38-C63B16365AF8}" srcOrd="0" destOrd="0" presId="urn:microsoft.com/office/officeart/2005/8/layout/default"/>
    <dgm:cxn modelId="{4DA0200B-5435-48A7-AE93-2BBE197B5052}" srcId="{6C61BFCF-D196-423D-B6F5-E637A5FC4942}" destId="{879E0987-AD63-4B74-84DA-7AD0801B7AF4}" srcOrd="0" destOrd="0" parTransId="{E99D8C17-0B99-4DFD-9D0D-C2D1AAC00CDA}" sibTransId="{DB1C3B61-80C7-41AB-BDCD-784F09AA62D2}"/>
    <dgm:cxn modelId="{3156719F-76AF-4D74-B932-0B3BA24E42B3}" srcId="{211C78CC-FA88-4D61-8107-10884B7ED313}" destId="{6C61BFCF-D196-423D-B6F5-E637A5FC4942}" srcOrd="1" destOrd="0" parTransId="{3A7E183F-28FE-4C5E-B34E-51337F7B06F5}" sibTransId="{C082E551-4964-4263-BFDF-6B9FAC564BA8}"/>
    <dgm:cxn modelId="{C0FDC9E4-617E-4FCA-B1B9-E39B3F971269}" type="presParOf" srcId="{A0A8194B-E4EA-4EC9-81E4-54AF6FF4A63C}" destId="{31B27F37-8684-4B15-8E38-C63B16365AF8}" srcOrd="0" destOrd="0" presId="urn:microsoft.com/office/officeart/2005/8/layout/default"/>
    <dgm:cxn modelId="{1ED640DA-BEBB-4824-8047-6A7771DDB039}" type="presParOf" srcId="{A0A8194B-E4EA-4EC9-81E4-54AF6FF4A63C}" destId="{602155A6-27A9-4148-BA8A-16F51EFB8D28}" srcOrd="1" destOrd="0" presId="urn:microsoft.com/office/officeart/2005/8/layout/default"/>
    <dgm:cxn modelId="{E0726937-D8D9-4446-8ECF-2FC255EE17D6}" type="presParOf" srcId="{A0A8194B-E4EA-4EC9-81E4-54AF6FF4A63C}" destId="{8C5D9B56-42F5-4363-934C-410121C454DF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88C8010-785C-4D47-A64C-5BE09C719FE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DF758325-8F0C-46F7-B9BA-7CFD2A39B272}">
      <dgm:prSet phldrT="[Текст]"/>
      <dgm:spPr/>
      <dgm:t>
        <a:bodyPr/>
        <a:lstStyle/>
        <a:p>
          <a:r>
            <a:rPr lang="uk-UA" dirty="0" smtClean="0"/>
            <a:t>Має переваги, якщо більша кількість помилок у модулях верхніх рівнів</a:t>
          </a:r>
          <a:endParaRPr lang="uk-UA" dirty="0"/>
        </a:p>
      </dgm:t>
    </dgm:pt>
    <dgm:pt modelId="{A713367D-D3C0-479F-8FB2-F2418DC816E1}" type="parTrans" cxnId="{2B54D2D7-1B44-4CFE-9E45-426DE2AD1E98}">
      <dgm:prSet/>
      <dgm:spPr/>
      <dgm:t>
        <a:bodyPr/>
        <a:lstStyle/>
        <a:p>
          <a:endParaRPr lang="uk-UA"/>
        </a:p>
      </dgm:t>
    </dgm:pt>
    <dgm:pt modelId="{D413A454-6065-4AE0-A9F3-8E0614F16119}" type="sibTrans" cxnId="{2B54D2D7-1B44-4CFE-9E45-426DE2AD1E98}">
      <dgm:prSet/>
      <dgm:spPr/>
      <dgm:t>
        <a:bodyPr/>
        <a:lstStyle/>
        <a:p>
          <a:endParaRPr lang="uk-UA"/>
        </a:p>
      </dgm:t>
    </dgm:pt>
    <dgm:pt modelId="{1F2953F6-BE6C-4066-81AE-74C481E1CE37}">
      <dgm:prSet/>
      <dgm:spPr/>
      <dgm:t>
        <a:bodyPr/>
        <a:lstStyle/>
        <a:p>
          <a:r>
            <a:rPr lang="uk-UA" smtClean="0"/>
            <a:t>Представлення тестів спрощується після підключення модулів введення-виведення</a:t>
          </a:r>
          <a:endParaRPr lang="uk-UA" dirty="0" smtClean="0"/>
        </a:p>
      </dgm:t>
    </dgm:pt>
    <dgm:pt modelId="{B4CD0DE0-5432-4FE9-8E2E-7AC6CE68A002}" type="parTrans" cxnId="{553837CE-9A9E-4787-B1C2-72952A172B31}">
      <dgm:prSet/>
      <dgm:spPr/>
      <dgm:t>
        <a:bodyPr/>
        <a:lstStyle/>
        <a:p>
          <a:endParaRPr lang="uk-UA"/>
        </a:p>
      </dgm:t>
    </dgm:pt>
    <dgm:pt modelId="{FFC3C880-206F-4BC1-B7F1-B25F74C98941}" type="sibTrans" cxnId="{553837CE-9A9E-4787-B1C2-72952A172B31}">
      <dgm:prSet/>
      <dgm:spPr/>
      <dgm:t>
        <a:bodyPr/>
        <a:lstStyle/>
        <a:p>
          <a:endParaRPr lang="uk-UA"/>
        </a:p>
      </dgm:t>
    </dgm:pt>
    <dgm:pt modelId="{64CCAF03-3CB5-4C18-BA39-4F7CB1147E4D}">
      <dgm:prSet/>
      <dgm:spPr/>
      <dgm:t>
        <a:bodyPr/>
        <a:lstStyle/>
        <a:p>
          <a:r>
            <a:rPr lang="uk-UA" smtClean="0"/>
            <a:t>Ранній каркас дає можливість демонстрації та морально стимулює</a:t>
          </a:r>
          <a:endParaRPr lang="uk-UA" dirty="0"/>
        </a:p>
      </dgm:t>
    </dgm:pt>
    <dgm:pt modelId="{891599AA-78F9-4F7B-BF71-74ECE29660FB}" type="parTrans" cxnId="{04CD5BE8-416F-4149-80BA-B01CE5E38AD5}">
      <dgm:prSet/>
      <dgm:spPr/>
      <dgm:t>
        <a:bodyPr/>
        <a:lstStyle/>
        <a:p>
          <a:endParaRPr lang="uk-UA"/>
        </a:p>
      </dgm:t>
    </dgm:pt>
    <dgm:pt modelId="{6784CF50-FEF4-4C7E-A3AC-E07968EB4050}" type="sibTrans" cxnId="{04CD5BE8-416F-4149-80BA-B01CE5E38AD5}">
      <dgm:prSet/>
      <dgm:spPr/>
      <dgm:t>
        <a:bodyPr/>
        <a:lstStyle/>
        <a:p>
          <a:endParaRPr lang="uk-UA"/>
        </a:p>
      </dgm:t>
    </dgm:pt>
    <dgm:pt modelId="{3DFEEBB0-AC2C-43D2-BD82-A9142CF42649}" type="pres">
      <dgm:prSet presAssocID="{A88C8010-785C-4D47-A64C-5BE09C719FE2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uk-UA"/>
        </a:p>
      </dgm:t>
    </dgm:pt>
    <dgm:pt modelId="{76BDD348-904A-45EE-B733-582513D496B1}" type="pres">
      <dgm:prSet presAssocID="{DF758325-8F0C-46F7-B9BA-7CFD2A39B272}" presName="thickLine" presStyleLbl="alignNode1" presStyleIdx="0" presStyleCnt="3"/>
      <dgm:spPr/>
    </dgm:pt>
    <dgm:pt modelId="{91877161-71EA-4E14-8F62-7AA0830283CD}" type="pres">
      <dgm:prSet presAssocID="{DF758325-8F0C-46F7-B9BA-7CFD2A39B272}" presName="horz1" presStyleCnt="0"/>
      <dgm:spPr/>
    </dgm:pt>
    <dgm:pt modelId="{0E990B96-43EC-41D7-8D31-1B21FD681061}" type="pres">
      <dgm:prSet presAssocID="{DF758325-8F0C-46F7-B9BA-7CFD2A39B272}" presName="tx1" presStyleLbl="revTx" presStyleIdx="0" presStyleCnt="3"/>
      <dgm:spPr/>
      <dgm:t>
        <a:bodyPr/>
        <a:lstStyle/>
        <a:p>
          <a:endParaRPr lang="uk-UA"/>
        </a:p>
      </dgm:t>
    </dgm:pt>
    <dgm:pt modelId="{5F6B7D7A-9C96-47E3-BDAD-BCF38A49EA30}" type="pres">
      <dgm:prSet presAssocID="{DF758325-8F0C-46F7-B9BA-7CFD2A39B272}" presName="vert1" presStyleCnt="0"/>
      <dgm:spPr/>
    </dgm:pt>
    <dgm:pt modelId="{7EC64318-3705-404C-B382-A839C3E22585}" type="pres">
      <dgm:prSet presAssocID="{1F2953F6-BE6C-4066-81AE-74C481E1CE37}" presName="thickLine" presStyleLbl="alignNode1" presStyleIdx="1" presStyleCnt="3"/>
      <dgm:spPr/>
    </dgm:pt>
    <dgm:pt modelId="{B862B60C-9A64-4BA9-8FA2-0B75CC111B1C}" type="pres">
      <dgm:prSet presAssocID="{1F2953F6-BE6C-4066-81AE-74C481E1CE37}" presName="horz1" presStyleCnt="0"/>
      <dgm:spPr/>
    </dgm:pt>
    <dgm:pt modelId="{7332033F-E1F2-4C53-9692-127C02DE9934}" type="pres">
      <dgm:prSet presAssocID="{1F2953F6-BE6C-4066-81AE-74C481E1CE37}" presName="tx1" presStyleLbl="revTx" presStyleIdx="1" presStyleCnt="3"/>
      <dgm:spPr/>
      <dgm:t>
        <a:bodyPr/>
        <a:lstStyle/>
        <a:p>
          <a:endParaRPr lang="uk-UA"/>
        </a:p>
      </dgm:t>
    </dgm:pt>
    <dgm:pt modelId="{60F142DB-2B85-4B20-8F3A-A8A6FB38FE00}" type="pres">
      <dgm:prSet presAssocID="{1F2953F6-BE6C-4066-81AE-74C481E1CE37}" presName="vert1" presStyleCnt="0"/>
      <dgm:spPr/>
    </dgm:pt>
    <dgm:pt modelId="{9330C67D-7747-42C0-A9A5-F67EABC16B38}" type="pres">
      <dgm:prSet presAssocID="{64CCAF03-3CB5-4C18-BA39-4F7CB1147E4D}" presName="thickLine" presStyleLbl="alignNode1" presStyleIdx="2" presStyleCnt="3"/>
      <dgm:spPr/>
    </dgm:pt>
    <dgm:pt modelId="{31183D24-B433-49E5-AF1A-3594AB326293}" type="pres">
      <dgm:prSet presAssocID="{64CCAF03-3CB5-4C18-BA39-4F7CB1147E4D}" presName="horz1" presStyleCnt="0"/>
      <dgm:spPr/>
    </dgm:pt>
    <dgm:pt modelId="{198B56B1-41E2-490C-B85A-C469D98E9B3B}" type="pres">
      <dgm:prSet presAssocID="{64CCAF03-3CB5-4C18-BA39-4F7CB1147E4D}" presName="tx1" presStyleLbl="revTx" presStyleIdx="2" presStyleCnt="3"/>
      <dgm:spPr/>
      <dgm:t>
        <a:bodyPr/>
        <a:lstStyle/>
        <a:p>
          <a:endParaRPr lang="uk-UA"/>
        </a:p>
      </dgm:t>
    </dgm:pt>
    <dgm:pt modelId="{031F3821-BC07-49D5-B89A-CD34D17C9907}" type="pres">
      <dgm:prSet presAssocID="{64CCAF03-3CB5-4C18-BA39-4F7CB1147E4D}" presName="vert1" presStyleCnt="0"/>
      <dgm:spPr/>
    </dgm:pt>
  </dgm:ptLst>
  <dgm:cxnLst>
    <dgm:cxn modelId="{2B54D2D7-1B44-4CFE-9E45-426DE2AD1E98}" srcId="{A88C8010-785C-4D47-A64C-5BE09C719FE2}" destId="{DF758325-8F0C-46F7-B9BA-7CFD2A39B272}" srcOrd="0" destOrd="0" parTransId="{A713367D-D3C0-479F-8FB2-F2418DC816E1}" sibTransId="{D413A454-6065-4AE0-A9F3-8E0614F16119}"/>
    <dgm:cxn modelId="{376A93B7-7C86-495F-84EB-59859A9DA5FD}" type="presOf" srcId="{64CCAF03-3CB5-4C18-BA39-4F7CB1147E4D}" destId="{198B56B1-41E2-490C-B85A-C469D98E9B3B}" srcOrd="0" destOrd="0" presId="urn:microsoft.com/office/officeart/2008/layout/LinedList"/>
    <dgm:cxn modelId="{5B58D6CC-D7D6-4912-8B71-3120232B78E2}" type="presOf" srcId="{1F2953F6-BE6C-4066-81AE-74C481E1CE37}" destId="{7332033F-E1F2-4C53-9692-127C02DE9934}" srcOrd="0" destOrd="0" presId="urn:microsoft.com/office/officeart/2008/layout/LinedList"/>
    <dgm:cxn modelId="{E4CAE131-0431-43E5-A892-3813DFA88972}" type="presOf" srcId="{DF758325-8F0C-46F7-B9BA-7CFD2A39B272}" destId="{0E990B96-43EC-41D7-8D31-1B21FD681061}" srcOrd="0" destOrd="0" presId="urn:microsoft.com/office/officeart/2008/layout/LinedList"/>
    <dgm:cxn modelId="{80061E4B-1761-4F65-B783-71A2226B9892}" type="presOf" srcId="{A88C8010-785C-4D47-A64C-5BE09C719FE2}" destId="{3DFEEBB0-AC2C-43D2-BD82-A9142CF42649}" srcOrd="0" destOrd="0" presId="urn:microsoft.com/office/officeart/2008/layout/LinedList"/>
    <dgm:cxn modelId="{04CD5BE8-416F-4149-80BA-B01CE5E38AD5}" srcId="{A88C8010-785C-4D47-A64C-5BE09C719FE2}" destId="{64CCAF03-3CB5-4C18-BA39-4F7CB1147E4D}" srcOrd="2" destOrd="0" parTransId="{891599AA-78F9-4F7B-BF71-74ECE29660FB}" sibTransId="{6784CF50-FEF4-4C7E-A3AC-E07968EB4050}"/>
    <dgm:cxn modelId="{553837CE-9A9E-4787-B1C2-72952A172B31}" srcId="{A88C8010-785C-4D47-A64C-5BE09C719FE2}" destId="{1F2953F6-BE6C-4066-81AE-74C481E1CE37}" srcOrd="1" destOrd="0" parTransId="{B4CD0DE0-5432-4FE9-8E2E-7AC6CE68A002}" sibTransId="{FFC3C880-206F-4BC1-B7F1-B25F74C98941}"/>
    <dgm:cxn modelId="{935CC415-5D07-4594-ACEA-1533639A8679}" type="presParOf" srcId="{3DFEEBB0-AC2C-43D2-BD82-A9142CF42649}" destId="{76BDD348-904A-45EE-B733-582513D496B1}" srcOrd="0" destOrd="0" presId="urn:microsoft.com/office/officeart/2008/layout/LinedList"/>
    <dgm:cxn modelId="{4BDBC1E1-00D5-4630-AC40-D5F735225411}" type="presParOf" srcId="{3DFEEBB0-AC2C-43D2-BD82-A9142CF42649}" destId="{91877161-71EA-4E14-8F62-7AA0830283CD}" srcOrd="1" destOrd="0" presId="urn:microsoft.com/office/officeart/2008/layout/LinedList"/>
    <dgm:cxn modelId="{73F52021-F82E-479D-A39D-B68F9598B7A1}" type="presParOf" srcId="{91877161-71EA-4E14-8F62-7AA0830283CD}" destId="{0E990B96-43EC-41D7-8D31-1B21FD681061}" srcOrd="0" destOrd="0" presId="urn:microsoft.com/office/officeart/2008/layout/LinedList"/>
    <dgm:cxn modelId="{80746ACB-EC43-4A1B-B0B9-17E3C0DA4FA9}" type="presParOf" srcId="{91877161-71EA-4E14-8F62-7AA0830283CD}" destId="{5F6B7D7A-9C96-47E3-BDAD-BCF38A49EA30}" srcOrd="1" destOrd="0" presId="urn:microsoft.com/office/officeart/2008/layout/LinedList"/>
    <dgm:cxn modelId="{21C678FB-AEA3-4FF4-A9A2-1CD91AB29D19}" type="presParOf" srcId="{3DFEEBB0-AC2C-43D2-BD82-A9142CF42649}" destId="{7EC64318-3705-404C-B382-A839C3E22585}" srcOrd="2" destOrd="0" presId="urn:microsoft.com/office/officeart/2008/layout/LinedList"/>
    <dgm:cxn modelId="{442FE6E5-1B32-4086-B2EC-3F9CA955E7ED}" type="presParOf" srcId="{3DFEEBB0-AC2C-43D2-BD82-A9142CF42649}" destId="{B862B60C-9A64-4BA9-8FA2-0B75CC111B1C}" srcOrd="3" destOrd="0" presId="urn:microsoft.com/office/officeart/2008/layout/LinedList"/>
    <dgm:cxn modelId="{33625454-5D27-4907-BCB2-DC423E40EF84}" type="presParOf" srcId="{B862B60C-9A64-4BA9-8FA2-0B75CC111B1C}" destId="{7332033F-E1F2-4C53-9692-127C02DE9934}" srcOrd="0" destOrd="0" presId="urn:microsoft.com/office/officeart/2008/layout/LinedList"/>
    <dgm:cxn modelId="{66383695-9C77-41FC-AE4B-1FAC214B0B30}" type="presParOf" srcId="{B862B60C-9A64-4BA9-8FA2-0B75CC111B1C}" destId="{60F142DB-2B85-4B20-8F3A-A8A6FB38FE00}" srcOrd="1" destOrd="0" presId="urn:microsoft.com/office/officeart/2008/layout/LinedList"/>
    <dgm:cxn modelId="{2C95B1F5-734C-485C-881C-A93E964CB43C}" type="presParOf" srcId="{3DFEEBB0-AC2C-43D2-BD82-A9142CF42649}" destId="{9330C67D-7747-42C0-A9A5-F67EABC16B38}" srcOrd="4" destOrd="0" presId="urn:microsoft.com/office/officeart/2008/layout/LinedList"/>
    <dgm:cxn modelId="{A5F699AD-F855-45D4-9EBE-E3971BB89DF2}" type="presParOf" srcId="{3DFEEBB0-AC2C-43D2-BD82-A9142CF42649}" destId="{31183D24-B433-49E5-AF1A-3594AB326293}" srcOrd="5" destOrd="0" presId="urn:microsoft.com/office/officeart/2008/layout/LinedList"/>
    <dgm:cxn modelId="{368F09C9-47C1-4E13-9CED-6D42B2B0E615}" type="presParOf" srcId="{31183D24-B433-49E5-AF1A-3594AB326293}" destId="{198B56B1-41E2-490C-B85A-C469D98E9B3B}" srcOrd="0" destOrd="0" presId="urn:microsoft.com/office/officeart/2008/layout/LinedList"/>
    <dgm:cxn modelId="{1DF93472-FDDD-41A1-BFE3-46DFE13008F7}" type="presParOf" srcId="{31183D24-B433-49E5-AF1A-3594AB326293}" destId="{031F3821-BC07-49D5-B89A-CD34D17C990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40699B8-5EC4-4805-A18F-2D9DD3D0462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E700C2AD-3A17-4CD6-82BA-C1672B13E50E}">
      <dgm:prSet phldrT="[Текст]"/>
      <dgm:spPr/>
      <dgm:t>
        <a:bodyPr/>
        <a:lstStyle/>
        <a:p>
          <a:r>
            <a:rPr lang="uk-UA" dirty="0" smtClean="0"/>
            <a:t>Потреба і використанні тестів з інших модулів, в яких йде введення даних;</a:t>
          </a:r>
          <a:endParaRPr lang="uk-UA" dirty="0"/>
        </a:p>
      </dgm:t>
    </dgm:pt>
    <dgm:pt modelId="{4CF2CC03-2CB2-4B43-BB18-6AA1741FE6DB}" type="parTrans" cxnId="{749B5017-C4AA-4B4D-814F-BB35BDAE539C}">
      <dgm:prSet/>
      <dgm:spPr/>
      <dgm:t>
        <a:bodyPr/>
        <a:lstStyle/>
        <a:p>
          <a:endParaRPr lang="uk-UA"/>
        </a:p>
      </dgm:t>
    </dgm:pt>
    <dgm:pt modelId="{DE5D2595-8F12-4FBA-A786-C47F08136209}" type="sibTrans" cxnId="{749B5017-C4AA-4B4D-814F-BB35BDAE539C}">
      <dgm:prSet/>
      <dgm:spPr/>
      <dgm:t>
        <a:bodyPr/>
        <a:lstStyle/>
        <a:p>
          <a:endParaRPr lang="uk-UA"/>
        </a:p>
      </dgm:t>
    </dgm:pt>
    <dgm:pt modelId="{C75E60FE-9CCF-4C2B-A722-E8B4DD39B9EE}">
      <dgm:prSet/>
      <dgm:spPr/>
      <dgm:t>
        <a:bodyPr/>
        <a:lstStyle/>
        <a:p>
          <a:r>
            <a:rPr lang="uk-UA" smtClean="0"/>
            <a:t>Потреба в додаткових інтелектуальних зусиллях для визначення, які саме додаткові тести з інших модулів слід використати для тестування поточного;</a:t>
          </a:r>
          <a:endParaRPr lang="uk-UA" dirty="0" smtClean="0"/>
        </a:p>
      </dgm:t>
    </dgm:pt>
    <dgm:pt modelId="{B00D23DC-0721-473F-917C-7782A41CFAB8}" type="parTrans" cxnId="{45F216DD-01C8-4C81-A4D4-7F96C1894ACD}">
      <dgm:prSet/>
      <dgm:spPr/>
      <dgm:t>
        <a:bodyPr/>
        <a:lstStyle/>
        <a:p>
          <a:endParaRPr lang="uk-UA"/>
        </a:p>
      </dgm:t>
    </dgm:pt>
    <dgm:pt modelId="{8B79698F-9EFD-4D77-82FC-132C49C43475}" type="sibTrans" cxnId="{45F216DD-01C8-4C81-A4D4-7F96C1894ACD}">
      <dgm:prSet/>
      <dgm:spPr/>
      <dgm:t>
        <a:bodyPr/>
        <a:lstStyle/>
        <a:p>
          <a:endParaRPr lang="uk-UA"/>
        </a:p>
      </dgm:t>
    </dgm:pt>
    <dgm:pt modelId="{B95512DA-59AB-4D4F-B7CA-4D2AD7A6BA66}">
      <dgm:prSet/>
      <dgm:spPr/>
      <dgm:t>
        <a:bodyPr/>
        <a:lstStyle/>
        <a:p>
          <a:r>
            <a:rPr lang="uk-UA" dirty="0" smtClean="0"/>
            <a:t>Складність аналізу результатів роботи модулів, які не виводять дані безпосередньо (самі);</a:t>
          </a:r>
        </a:p>
      </dgm:t>
    </dgm:pt>
    <dgm:pt modelId="{7149ED83-9711-43C3-AC2C-748F48A4ABA4}" type="parTrans" cxnId="{918C236C-15C4-4C40-BDCF-25E6826FAC26}">
      <dgm:prSet/>
      <dgm:spPr/>
      <dgm:t>
        <a:bodyPr/>
        <a:lstStyle/>
        <a:p>
          <a:endParaRPr lang="uk-UA"/>
        </a:p>
      </dgm:t>
    </dgm:pt>
    <dgm:pt modelId="{F976BDCD-AE31-4E4A-94C0-CED1C3ECB90A}" type="sibTrans" cxnId="{918C236C-15C4-4C40-BDCF-25E6826FAC26}">
      <dgm:prSet/>
      <dgm:spPr/>
      <dgm:t>
        <a:bodyPr/>
        <a:lstStyle/>
        <a:p>
          <a:endParaRPr lang="uk-UA"/>
        </a:p>
      </dgm:t>
    </dgm:pt>
    <dgm:pt modelId="{FC9BF72B-EE27-4496-8213-A8E8BF740D8C}">
      <dgm:prSet/>
      <dgm:spPr/>
      <dgm:t>
        <a:bodyPr/>
        <a:lstStyle/>
        <a:p>
          <a:r>
            <a:rPr lang="uk-UA" smtClean="0"/>
            <a:t>Зміни у модулях нижнього рівня можуть вимагати зміну в верхніх уже протестованих;</a:t>
          </a:r>
          <a:endParaRPr lang="uk-UA" dirty="0" smtClean="0"/>
        </a:p>
      </dgm:t>
    </dgm:pt>
    <dgm:pt modelId="{1D23C3CB-3964-4982-B1D6-489A170BFC49}" type="parTrans" cxnId="{5904CE5B-CB8B-44E6-BA85-06068CA0BE4A}">
      <dgm:prSet/>
      <dgm:spPr/>
      <dgm:t>
        <a:bodyPr/>
        <a:lstStyle/>
        <a:p>
          <a:endParaRPr lang="uk-UA"/>
        </a:p>
      </dgm:t>
    </dgm:pt>
    <dgm:pt modelId="{6D6E8F9A-DAE1-4809-8F45-B5B296A7C6F9}" type="sibTrans" cxnId="{5904CE5B-CB8B-44E6-BA85-06068CA0BE4A}">
      <dgm:prSet/>
      <dgm:spPr/>
      <dgm:t>
        <a:bodyPr/>
        <a:lstStyle/>
        <a:p>
          <a:endParaRPr lang="uk-UA"/>
        </a:p>
      </dgm:t>
    </dgm:pt>
    <dgm:pt modelId="{B5D265DE-9DE2-48DE-AA66-3E263A6A198A}">
      <dgm:prSet/>
      <dgm:spPr/>
      <dgm:t>
        <a:bodyPr/>
        <a:lstStyle/>
        <a:p>
          <a:r>
            <a:rPr lang="uk-UA" dirty="0" smtClean="0"/>
            <a:t>Якщо модуль верхнього рівня постачає дані для нижнього, то коректність його роботи можна повністю оцінити лише після тестування нижнього рівня – відтермінування повного тестування.</a:t>
          </a:r>
          <a:endParaRPr lang="uk-UA" dirty="0"/>
        </a:p>
      </dgm:t>
    </dgm:pt>
    <dgm:pt modelId="{2C7088DD-9EFA-4497-9264-2462E00942E8}" type="parTrans" cxnId="{1EBB6124-6D27-4F79-9EBE-EC4802EB461D}">
      <dgm:prSet/>
      <dgm:spPr/>
      <dgm:t>
        <a:bodyPr/>
        <a:lstStyle/>
        <a:p>
          <a:endParaRPr lang="uk-UA"/>
        </a:p>
      </dgm:t>
    </dgm:pt>
    <dgm:pt modelId="{A5552191-0F0E-408E-BC0F-15B4DFD099F8}" type="sibTrans" cxnId="{1EBB6124-6D27-4F79-9EBE-EC4802EB461D}">
      <dgm:prSet/>
      <dgm:spPr/>
      <dgm:t>
        <a:bodyPr/>
        <a:lstStyle/>
        <a:p>
          <a:endParaRPr lang="uk-UA"/>
        </a:p>
      </dgm:t>
    </dgm:pt>
    <dgm:pt modelId="{8118774E-4D30-42FB-8DB3-9AD9AE8B1BE6}">
      <dgm:prSet phldrT="[Текст]"/>
      <dgm:spPr/>
      <dgm:t>
        <a:bodyPr/>
        <a:lstStyle/>
        <a:p>
          <a:r>
            <a:rPr lang="uk-UA" dirty="0" smtClean="0"/>
            <a:t>Потреба в розробці заглушок;</a:t>
          </a:r>
          <a:endParaRPr lang="uk-UA" dirty="0"/>
        </a:p>
      </dgm:t>
    </dgm:pt>
    <dgm:pt modelId="{1B39ED8B-C602-44FC-ABF9-1DB37F49E39F}" type="parTrans" cxnId="{29B6F0EB-5E0D-40A1-AFE7-D6B9452AEF6E}">
      <dgm:prSet/>
      <dgm:spPr/>
      <dgm:t>
        <a:bodyPr/>
        <a:lstStyle/>
        <a:p>
          <a:endParaRPr lang="uk-UA"/>
        </a:p>
      </dgm:t>
    </dgm:pt>
    <dgm:pt modelId="{5C8F14DD-6C5A-4147-B32E-AB659A898648}" type="sibTrans" cxnId="{29B6F0EB-5E0D-40A1-AFE7-D6B9452AEF6E}">
      <dgm:prSet/>
      <dgm:spPr/>
      <dgm:t>
        <a:bodyPr/>
        <a:lstStyle/>
        <a:p>
          <a:endParaRPr lang="uk-UA"/>
        </a:p>
      </dgm:t>
    </dgm:pt>
    <dgm:pt modelId="{BB87539D-DA6C-4B88-9971-EB2DE7586ED8}" type="pres">
      <dgm:prSet presAssocID="{840699B8-5EC4-4805-A18F-2D9DD3D0462B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uk-UA"/>
        </a:p>
      </dgm:t>
    </dgm:pt>
    <dgm:pt modelId="{74A6A865-CA8D-424B-8467-5CB9D0BB8CCC}" type="pres">
      <dgm:prSet presAssocID="{8118774E-4D30-42FB-8DB3-9AD9AE8B1BE6}" presName="thickLine" presStyleLbl="alignNode1" presStyleIdx="0" presStyleCnt="6"/>
      <dgm:spPr/>
    </dgm:pt>
    <dgm:pt modelId="{2EE182F9-7705-4F2C-B029-CDAA339A4279}" type="pres">
      <dgm:prSet presAssocID="{8118774E-4D30-42FB-8DB3-9AD9AE8B1BE6}" presName="horz1" presStyleCnt="0"/>
      <dgm:spPr/>
    </dgm:pt>
    <dgm:pt modelId="{63E451EB-DABB-4E19-92F1-A46A937B4EBA}" type="pres">
      <dgm:prSet presAssocID="{8118774E-4D30-42FB-8DB3-9AD9AE8B1BE6}" presName="tx1" presStyleLbl="revTx" presStyleIdx="0" presStyleCnt="6"/>
      <dgm:spPr/>
      <dgm:t>
        <a:bodyPr/>
        <a:lstStyle/>
        <a:p>
          <a:endParaRPr lang="uk-UA"/>
        </a:p>
      </dgm:t>
    </dgm:pt>
    <dgm:pt modelId="{1992A0FC-F28F-4F56-BFFB-FCF809D318D2}" type="pres">
      <dgm:prSet presAssocID="{8118774E-4D30-42FB-8DB3-9AD9AE8B1BE6}" presName="vert1" presStyleCnt="0"/>
      <dgm:spPr/>
    </dgm:pt>
    <dgm:pt modelId="{CF8BE3A3-076D-4E74-A00F-CDD87570DA57}" type="pres">
      <dgm:prSet presAssocID="{E700C2AD-3A17-4CD6-82BA-C1672B13E50E}" presName="thickLine" presStyleLbl="alignNode1" presStyleIdx="1" presStyleCnt="6"/>
      <dgm:spPr/>
    </dgm:pt>
    <dgm:pt modelId="{B37628B9-C5EF-49B7-9E82-BEB8FBF12B12}" type="pres">
      <dgm:prSet presAssocID="{E700C2AD-3A17-4CD6-82BA-C1672B13E50E}" presName="horz1" presStyleCnt="0"/>
      <dgm:spPr/>
    </dgm:pt>
    <dgm:pt modelId="{D0313E3F-2C4A-46D4-A74D-FC93E9E27A82}" type="pres">
      <dgm:prSet presAssocID="{E700C2AD-3A17-4CD6-82BA-C1672B13E50E}" presName="tx1" presStyleLbl="revTx" presStyleIdx="1" presStyleCnt="6"/>
      <dgm:spPr/>
      <dgm:t>
        <a:bodyPr/>
        <a:lstStyle/>
        <a:p>
          <a:endParaRPr lang="uk-UA"/>
        </a:p>
      </dgm:t>
    </dgm:pt>
    <dgm:pt modelId="{8C16488B-E9B9-4C21-A627-50CA926A435F}" type="pres">
      <dgm:prSet presAssocID="{E700C2AD-3A17-4CD6-82BA-C1672B13E50E}" presName="vert1" presStyleCnt="0"/>
      <dgm:spPr/>
    </dgm:pt>
    <dgm:pt modelId="{11F63D47-EFA8-4DE6-BD05-FD8BF2B628A8}" type="pres">
      <dgm:prSet presAssocID="{C75E60FE-9CCF-4C2B-A722-E8B4DD39B9EE}" presName="thickLine" presStyleLbl="alignNode1" presStyleIdx="2" presStyleCnt="6"/>
      <dgm:spPr/>
    </dgm:pt>
    <dgm:pt modelId="{6954E000-12BB-45E1-B19F-7C550AEE0292}" type="pres">
      <dgm:prSet presAssocID="{C75E60FE-9CCF-4C2B-A722-E8B4DD39B9EE}" presName="horz1" presStyleCnt="0"/>
      <dgm:spPr/>
    </dgm:pt>
    <dgm:pt modelId="{A3C3D92D-2915-430C-AC45-A901CCA8CAB4}" type="pres">
      <dgm:prSet presAssocID="{C75E60FE-9CCF-4C2B-A722-E8B4DD39B9EE}" presName="tx1" presStyleLbl="revTx" presStyleIdx="2" presStyleCnt="6"/>
      <dgm:spPr/>
      <dgm:t>
        <a:bodyPr/>
        <a:lstStyle/>
        <a:p>
          <a:endParaRPr lang="uk-UA"/>
        </a:p>
      </dgm:t>
    </dgm:pt>
    <dgm:pt modelId="{C0A83DDE-9134-4E51-AE5D-D3BC29000559}" type="pres">
      <dgm:prSet presAssocID="{C75E60FE-9CCF-4C2B-A722-E8B4DD39B9EE}" presName="vert1" presStyleCnt="0"/>
      <dgm:spPr/>
    </dgm:pt>
    <dgm:pt modelId="{964C288B-8D03-4DFC-99F7-E231E71E6452}" type="pres">
      <dgm:prSet presAssocID="{B95512DA-59AB-4D4F-B7CA-4D2AD7A6BA66}" presName="thickLine" presStyleLbl="alignNode1" presStyleIdx="3" presStyleCnt="6"/>
      <dgm:spPr/>
    </dgm:pt>
    <dgm:pt modelId="{2218E696-3C91-4DF3-A97F-1FA2C500657F}" type="pres">
      <dgm:prSet presAssocID="{B95512DA-59AB-4D4F-B7CA-4D2AD7A6BA66}" presName="horz1" presStyleCnt="0"/>
      <dgm:spPr/>
    </dgm:pt>
    <dgm:pt modelId="{EB2E4FD5-C4AF-46C4-8019-A4F4666E77A9}" type="pres">
      <dgm:prSet presAssocID="{B95512DA-59AB-4D4F-B7CA-4D2AD7A6BA66}" presName="tx1" presStyleLbl="revTx" presStyleIdx="3" presStyleCnt="6"/>
      <dgm:spPr/>
      <dgm:t>
        <a:bodyPr/>
        <a:lstStyle/>
        <a:p>
          <a:endParaRPr lang="uk-UA"/>
        </a:p>
      </dgm:t>
    </dgm:pt>
    <dgm:pt modelId="{0574DE73-81C0-433F-B196-7067E2155427}" type="pres">
      <dgm:prSet presAssocID="{B95512DA-59AB-4D4F-B7CA-4D2AD7A6BA66}" presName="vert1" presStyleCnt="0"/>
      <dgm:spPr/>
    </dgm:pt>
    <dgm:pt modelId="{7BBFA078-2E64-4558-83E2-3338CF81074D}" type="pres">
      <dgm:prSet presAssocID="{FC9BF72B-EE27-4496-8213-A8E8BF740D8C}" presName="thickLine" presStyleLbl="alignNode1" presStyleIdx="4" presStyleCnt="6"/>
      <dgm:spPr/>
    </dgm:pt>
    <dgm:pt modelId="{3FFE82FE-A9A7-4CE6-86E8-B4A463A2A5AA}" type="pres">
      <dgm:prSet presAssocID="{FC9BF72B-EE27-4496-8213-A8E8BF740D8C}" presName="horz1" presStyleCnt="0"/>
      <dgm:spPr/>
    </dgm:pt>
    <dgm:pt modelId="{A6E186EB-6651-4587-B5E4-D771A5B41ECE}" type="pres">
      <dgm:prSet presAssocID="{FC9BF72B-EE27-4496-8213-A8E8BF740D8C}" presName="tx1" presStyleLbl="revTx" presStyleIdx="4" presStyleCnt="6"/>
      <dgm:spPr/>
      <dgm:t>
        <a:bodyPr/>
        <a:lstStyle/>
        <a:p>
          <a:endParaRPr lang="uk-UA"/>
        </a:p>
      </dgm:t>
    </dgm:pt>
    <dgm:pt modelId="{2589E472-DE44-46B6-8A8B-6EB93494C76E}" type="pres">
      <dgm:prSet presAssocID="{FC9BF72B-EE27-4496-8213-A8E8BF740D8C}" presName="vert1" presStyleCnt="0"/>
      <dgm:spPr/>
    </dgm:pt>
    <dgm:pt modelId="{2D6B3014-00C0-47FA-801E-31E77FB9CC07}" type="pres">
      <dgm:prSet presAssocID="{B5D265DE-9DE2-48DE-AA66-3E263A6A198A}" presName="thickLine" presStyleLbl="alignNode1" presStyleIdx="5" presStyleCnt="6"/>
      <dgm:spPr/>
    </dgm:pt>
    <dgm:pt modelId="{E74FF2E5-C9B4-40DA-B1B3-2703A903D2B5}" type="pres">
      <dgm:prSet presAssocID="{B5D265DE-9DE2-48DE-AA66-3E263A6A198A}" presName="horz1" presStyleCnt="0"/>
      <dgm:spPr/>
    </dgm:pt>
    <dgm:pt modelId="{9C73AD89-57D2-4FB9-BDC0-8F30BE478595}" type="pres">
      <dgm:prSet presAssocID="{B5D265DE-9DE2-48DE-AA66-3E263A6A198A}" presName="tx1" presStyleLbl="revTx" presStyleIdx="5" presStyleCnt="6"/>
      <dgm:spPr/>
      <dgm:t>
        <a:bodyPr/>
        <a:lstStyle/>
        <a:p>
          <a:endParaRPr lang="uk-UA"/>
        </a:p>
      </dgm:t>
    </dgm:pt>
    <dgm:pt modelId="{90FC0CE4-C08E-4679-8939-F9D1D51635C4}" type="pres">
      <dgm:prSet presAssocID="{B5D265DE-9DE2-48DE-AA66-3E263A6A198A}" presName="vert1" presStyleCnt="0"/>
      <dgm:spPr/>
    </dgm:pt>
  </dgm:ptLst>
  <dgm:cxnLst>
    <dgm:cxn modelId="{0DFC12FC-80E4-4353-AF0A-AD764528470B}" type="presOf" srcId="{B95512DA-59AB-4D4F-B7CA-4D2AD7A6BA66}" destId="{EB2E4FD5-C4AF-46C4-8019-A4F4666E77A9}" srcOrd="0" destOrd="0" presId="urn:microsoft.com/office/officeart/2008/layout/LinedList"/>
    <dgm:cxn modelId="{22DABAA4-4185-465C-A22A-2EBBD92DF333}" type="presOf" srcId="{FC9BF72B-EE27-4496-8213-A8E8BF740D8C}" destId="{A6E186EB-6651-4587-B5E4-D771A5B41ECE}" srcOrd="0" destOrd="0" presId="urn:microsoft.com/office/officeart/2008/layout/LinedList"/>
    <dgm:cxn modelId="{1EBB6124-6D27-4F79-9EBE-EC4802EB461D}" srcId="{840699B8-5EC4-4805-A18F-2D9DD3D0462B}" destId="{B5D265DE-9DE2-48DE-AA66-3E263A6A198A}" srcOrd="5" destOrd="0" parTransId="{2C7088DD-9EFA-4497-9264-2462E00942E8}" sibTransId="{A5552191-0F0E-408E-BC0F-15B4DFD099F8}"/>
    <dgm:cxn modelId="{5904CE5B-CB8B-44E6-BA85-06068CA0BE4A}" srcId="{840699B8-5EC4-4805-A18F-2D9DD3D0462B}" destId="{FC9BF72B-EE27-4496-8213-A8E8BF740D8C}" srcOrd="4" destOrd="0" parTransId="{1D23C3CB-3964-4982-B1D6-489A170BFC49}" sibTransId="{6D6E8F9A-DAE1-4809-8F45-B5B296A7C6F9}"/>
    <dgm:cxn modelId="{6FC276C9-D646-4661-9812-F674CCBFF49E}" type="presOf" srcId="{E700C2AD-3A17-4CD6-82BA-C1672B13E50E}" destId="{D0313E3F-2C4A-46D4-A74D-FC93E9E27A82}" srcOrd="0" destOrd="0" presId="urn:microsoft.com/office/officeart/2008/layout/LinedList"/>
    <dgm:cxn modelId="{29B6F0EB-5E0D-40A1-AFE7-D6B9452AEF6E}" srcId="{840699B8-5EC4-4805-A18F-2D9DD3D0462B}" destId="{8118774E-4D30-42FB-8DB3-9AD9AE8B1BE6}" srcOrd="0" destOrd="0" parTransId="{1B39ED8B-C602-44FC-ABF9-1DB37F49E39F}" sibTransId="{5C8F14DD-6C5A-4147-B32E-AB659A898648}"/>
    <dgm:cxn modelId="{749B5017-C4AA-4B4D-814F-BB35BDAE539C}" srcId="{840699B8-5EC4-4805-A18F-2D9DD3D0462B}" destId="{E700C2AD-3A17-4CD6-82BA-C1672B13E50E}" srcOrd="1" destOrd="0" parTransId="{4CF2CC03-2CB2-4B43-BB18-6AA1741FE6DB}" sibTransId="{DE5D2595-8F12-4FBA-A786-C47F08136209}"/>
    <dgm:cxn modelId="{EFFCD03C-7773-428A-8462-3032B2DD937D}" type="presOf" srcId="{8118774E-4D30-42FB-8DB3-9AD9AE8B1BE6}" destId="{63E451EB-DABB-4E19-92F1-A46A937B4EBA}" srcOrd="0" destOrd="0" presId="urn:microsoft.com/office/officeart/2008/layout/LinedList"/>
    <dgm:cxn modelId="{45F216DD-01C8-4C81-A4D4-7F96C1894ACD}" srcId="{840699B8-5EC4-4805-A18F-2D9DD3D0462B}" destId="{C75E60FE-9CCF-4C2B-A722-E8B4DD39B9EE}" srcOrd="2" destOrd="0" parTransId="{B00D23DC-0721-473F-917C-7782A41CFAB8}" sibTransId="{8B79698F-9EFD-4D77-82FC-132C49C43475}"/>
    <dgm:cxn modelId="{BBDAE020-80C6-4FDF-8672-BEAEABC3C957}" type="presOf" srcId="{B5D265DE-9DE2-48DE-AA66-3E263A6A198A}" destId="{9C73AD89-57D2-4FB9-BDC0-8F30BE478595}" srcOrd="0" destOrd="0" presId="urn:microsoft.com/office/officeart/2008/layout/LinedList"/>
    <dgm:cxn modelId="{68F7AFE9-D783-4D84-9BA3-1C6EDD9BCBC3}" type="presOf" srcId="{840699B8-5EC4-4805-A18F-2D9DD3D0462B}" destId="{BB87539D-DA6C-4B88-9971-EB2DE7586ED8}" srcOrd="0" destOrd="0" presId="urn:microsoft.com/office/officeart/2008/layout/LinedList"/>
    <dgm:cxn modelId="{918C236C-15C4-4C40-BDCF-25E6826FAC26}" srcId="{840699B8-5EC4-4805-A18F-2D9DD3D0462B}" destId="{B95512DA-59AB-4D4F-B7CA-4D2AD7A6BA66}" srcOrd="3" destOrd="0" parTransId="{7149ED83-9711-43C3-AC2C-748F48A4ABA4}" sibTransId="{F976BDCD-AE31-4E4A-94C0-CED1C3ECB90A}"/>
    <dgm:cxn modelId="{080BAE6B-9549-4F46-8D21-9991BBED31D8}" type="presOf" srcId="{C75E60FE-9CCF-4C2B-A722-E8B4DD39B9EE}" destId="{A3C3D92D-2915-430C-AC45-A901CCA8CAB4}" srcOrd="0" destOrd="0" presId="urn:microsoft.com/office/officeart/2008/layout/LinedList"/>
    <dgm:cxn modelId="{48640973-A9F6-41BC-927C-205E7F4E21D7}" type="presParOf" srcId="{BB87539D-DA6C-4B88-9971-EB2DE7586ED8}" destId="{74A6A865-CA8D-424B-8467-5CB9D0BB8CCC}" srcOrd="0" destOrd="0" presId="urn:microsoft.com/office/officeart/2008/layout/LinedList"/>
    <dgm:cxn modelId="{E6DEF6B2-5AAD-4963-9A91-B3D5C86D4C94}" type="presParOf" srcId="{BB87539D-DA6C-4B88-9971-EB2DE7586ED8}" destId="{2EE182F9-7705-4F2C-B029-CDAA339A4279}" srcOrd="1" destOrd="0" presId="urn:microsoft.com/office/officeart/2008/layout/LinedList"/>
    <dgm:cxn modelId="{51B65D12-F058-4050-8023-ACEFE0F75B6E}" type="presParOf" srcId="{2EE182F9-7705-4F2C-B029-CDAA339A4279}" destId="{63E451EB-DABB-4E19-92F1-A46A937B4EBA}" srcOrd="0" destOrd="0" presId="urn:microsoft.com/office/officeart/2008/layout/LinedList"/>
    <dgm:cxn modelId="{3CAA30DC-32DA-496E-9E76-50474924BC53}" type="presParOf" srcId="{2EE182F9-7705-4F2C-B029-CDAA339A4279}" destId="{1992A0FC-F28F-4F56-BFFB-FCF809D318D2}" srcOrd="1" destOrd="0" presId="urn:microsoft.com/office/officeart/2008/layout/LinedList"/>
    <dgm:cxn modelId="{8FCD8251-0E2F-4CAD-B692-6CF0387F1793}" type="presParOf" srcId="{BB87539D-DA6C-4B88-9971-EB2DE7586ED8}" destId="{CF8BE3A3-076D-4E74-A00F-CDD87570DA57}" srcOrd="2" destOrd="0" presId="urn:microsoft.com/office/officeart/2008/layout/LinedList"/>
    <dgm:cxn modelId="{71DD851E-886F-4746-941E-878A2C2DF5D4}" type="presParOf" srcId="{BB87539D-DA6C-4B88-9971-EB2DE7586ED8}" destId="{B37628B9-C5EF-49B7-9E82-BEB8FBF12B12}" srcOrd="3" destOrd="0" presId="urn:microsoft.com/office/officeart/2008/layout/LinedList"/>
    <dgm:cxn modelId="{E5E4F661-80CF-44C7-8892-55744A084F6F}" type="presParOf" srcId="{B37628B9-C5EF-49B7-9E82-BEB8FBF12B12}" destId="{D0313E3F-2C4A-46D4-A74D-FC93E9E27A82}" srcOrd="0" destOrd="0" presId="urn:microsoft.com/office/officeart/2008/layout/LinedList"/>
    <dgm:cxn modelId="{CD2B27B2-C69A-40A2-A656-A29FBEB06619}" type="presParOf" srcId="{B37628B9-C5EF-49B7-9E82-BEB8FBF12B12}" destId="{8C16488B-E9B9-4C21-A627-50CA926A435F}" srcOrd="1" destOrd="0" presId="urn:microsoft.com/office/officeart/2008/layout/LinedList"/>
    <dgm:cxn modelId="{C1898B5E-9F2C-4C43-88BC-BF788301E254}" type="presParOf" srcId="{BB87539D-DA6C-4B88-9971-EB2DE7586ED8}" destId="{11F63D47-EFA8-4DE6-BD05-FD8BF2B628A8}" srcOrd="4" destOrd="0" presId="urn:microsoft.com/office/officeart/2008/layout/LinedList"/>
    <dgm:cxn modelId="{87F92EC7-C5A4-4472-820B-0AC546DD9B6F}" type="presParOf" srcId="{BB87539D-DA6C-4B88-9971-EB2DE7586ED8}" destId="{6954E000-12BB-45E1-B19F-7C550AEE0292}" srcOrd="5" destOrd="0" presId="urn:microsoft.com/office/officeart/2008/layout/LinedList"/>
    <dgm:cxn modelId="{3C4CB5E7-F854-4F1D-B151-AC67391AA47A}" type="presParOf" srcId="{6954E000-12BB-45E1-B19F-7C550AEE0292}" destId="{A3C3D92D-2915-430C-AC45-A901CCA8CAB4}" srcOrd="0" destOrd="0" presId="urn:microsoft.com/office/officeart/2008/layout/LinedList"/>
    <dgm:cxn modelId="{C2DE05E6-35D4-4FFD-810A-530DDDA3DB91}" type="presParOf" srcId="{6954E000-12BB-45E1-B19F-7C550AEE0292}" destId="{C0A83DDE-9134-4E51-AE5D-D3BC29000559}" srcOrd="1" destOrd="0" presId="urn:microsoft.com/office/officeart/2008/layout/LinedList"/>
    <dgm:cxn modelId="{BA01EFD0-D2A9-472D-80D9-9F207EC609C8}" type="presParOf" srcId="{BB87539D-DA6C-4B88-9971-EB2DE7586ED8}" destId="{964C288B-8D03-4DFC-99F7-E231E71E6452}" srcOrd="6" destOrd="0" presId="urn:microsoft.com/office/officeart/2008/layout/LinedList"/>
    <dgm:cxn modelId="{B1E27ABA-301B-4EDF-9799-9FF49AC2427E}" type="presParOf" srcId="{BB87539D-DA6C-4B88-9971-EB2DE7586ED8}" destId="{2218E696-3C91-4DF3-A97F-1FA2C500657F}" srcOrd="7" destOrd="0" presId="urn:microsoft.com/office/officeart/2008/layout/LinedList"/>
    <dgm:cxn modelId="{11534992-1923-4365-B68B-CF4169DD0697}" type="presParOf" srcId="{2218E696-3C91-4DF3-A97F-1FA2C500657F}" destId="{EB2E4FD5-C4AF-46C4-8019-A4F4666E77A9}" srcOrd="0" destOrd="0" presId="urn:microsoft.com/office/officeart/2008/layout/LinedList"/>
    <dgm:cxn modelId="{94D7A193-5158-4C4E-9A16-E74A4F8703F3}" type="presParOf" srcId="{2218E696-3C91-4DF3-A97F-1FA2C500657F}" destId="{0574DE73-81C0-433F-B196-7067E2155427}" srcOrd="1" destOrd="0" presId="urn:microsoft.com/office/officeart/2008/layout/LinedList"/>
    <dgm:cxn modelId="{9ABE3E8A-799E-42D0-B87A-68701F0BAB5F}" type="presParOf" srcId="{BB87539D-DA6C-4B88-9971-EB2DE7586ED8}" destId="{7BBFA078-2E64-4558-83E2-3338CF81074D}" srcOrd="8" destOrd="0" presId="urn:microsoft.com/office/officeart/2008/layout/LinedList"/>
    <dgm:cxn modelId="{5966C68D-0625-48E5-83BF-1FF5BD20F5D4}" type="presParOf" srcId="{BB87539D-DA6C-4B88-9971-EB2DE7586ED8}" destId="{3FFE82FE-A9A7-4CE6-86E8-B4A463A2A5AA}" srcOrd="9" destOrd="0" presId="urn:microsoft.com/office/officeart/2008/layout/LinedList"/>
    <dgm:cxn modelId="{D9167020-E99E-4790-A053-38CA8467DEFC}" type="presParOf" srcId="{3FFE82FE-A9A7-4CE6-86E8-B4A463A2A5AA}" destId="{A6E186EB-6651-4587-B5E4-D771A5B41ECE}" srcOrd="0" destOrd="0" presId="urn:microsoft.com/office/officeart/2008/layout/LinedList"/>
    <dgm:cxn modelId="{FCCAAB96-6916-4400-AE1C-3F23877F6124}" type="presParOf" srcId="{3FFE82FE-A9A7-4CE6-86E8-B4A463A2A5AA}" destId="{2589E472-DE44-46B6-8A8B-6EB93494C76E}" srcOrd="1" destOrd="0" presId="urn:microsoft.com/office/officeart/2008/layout/LinedList"/>
    <dgm:cxn modelId="{8910FE3A-3954-46D9-B41C-4E89AF334E0E}" type="presParOf" srcId="{BB87539D-DA6C-4B88-9971-EB2DE7586ED8}" destId="{2D6B3014-00C0-47FA-801E-31E77FB9CC07}" srcOrd="10" destOrd="0" presId="urn:microsoft.com/office/officeart/2008/layout/LinedList"/>
    <dgm:cxn modelId="{2C319154-19C4-44AF-82FD-94338B30788E}" type="presParOf" srcId="{BB87539D-DA6C-4B88-9971-EB2DE7586ED8}" destId="{E74FF2E5-C9B4-40DA-B1B3-2703A903D2B5}" srcOrd="11" destOrd="0" presId="urn:microsoft.com/office/officeart/2008/layout/LinedList"/>
    <dgm:cxn modelId="{02BAA7EA-F198-47D2-9E1A-5BEBC50303EB}" type="presParOf" srcId="{E74FF2E5-C9B4-40DA-B1B3-2703A903D2B5}" destId="{9C73AD89-57D2-4FB9-BDC0-8F30BE478595}" srcOrd="0" destOrd="0" presId="urn:microsoft.com/office/officeart/2008/layout/LinedList"/>
    <dgm:cxn modelId="{A17468AE-5FDC-415D-9A20-48EDD4D75F43}" type="presParOf" srcId="{E74FF2E5-C9B4-40DA-B1B3-2703A903D2B5}" destId="{90FC0CE4-C08E-4679-8939-F9D1D51635C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A85BC96-DED2-4A66-B1C3-76BD44AB1E24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581082AF-7D73-4C7A-ADCB-B1FA4E788521}">
      <dgm:prSet phldrT="[Текст]"/>
      <dgm:spPr/>
      <dgm:t>
        <a:bodyPr/>
        <a:lstStyle/>
        <a:p>
          <a:r>
            <a:rPr lang="uk-UA" dirty="0" smtClean="0"/>
            <a:t>Має переваги, якщо більша кількість помилок у модулях нижніх рівнів</a:t>
          </a:r>
          <a:endParaRPr lang="uk-UA" dirty="0"/>
        </a:p>
      </dgm:t>
    </dgm:pt>
    <dgm:pt modelId="{FB35F34E-4585-452E-8844-26D09FA042F4}" type="parTrans" cxnId="{9984967D-EA65-4675-AA81-FADF502938CC}">
      <dgm:prSet/>
      <dgm:spPr/>
      <dgm:t>
        <a:bodyPr/>
        <a:lstStyle/>
        <a:p>
          <a:endParaRPr lang="uk-UA"/>
        </a:p>
      </dgm:t>
    </dgm:pt>
    <dgm:pt modelId="{47F2F122-86B0-408C-8B23-A0065BFCA7C1}" type="sibTrans" cxnId="{9984967D-EA65-4675-AA81-FADF502938CC}">
      <dgm:prSet/>
      <dgm:spPr/>
      <dgm:t>
        <a:bodyPr/>
        <a:lstStyle/>
        <a:p>
          <a:endParaRPr lang="uk-UA"/>
        </a:p>
      </dgm:t>
    </dgm:pt>
    <dgm:pt modelId="{C83FA77D-053F-46A7-854E-488B92212E5F}">
      <dgm:prSet phldrT="[Текст]"/>
      <dgm:spPr/>
      <dgm:t>
        <a:bodyPr/>
        <a:lstStyle/>
        <a:p>
          <a:r>
            <a:rPr lang="uk-UA" dirty="0" smtClean="0"/>
            <a:t>Легше створювати тестові </a:t>
          </a:r>
          <a:r>
            <a:rPr lang="uk-UA" dirty="0" smtClean="0"/>
            <a:t>умови. Достатньо одного драйверу на противагу кільком заглушкам</a:t>
          </a:r>
          <a:endParaRPr lang="uk-UA" dirty="0"/>
        </a:p>
      </dgm:t>
    </dgm:pt>
    <dgm:pt modelId="{D6AA9844-06C9-454B-AAC4-93053F0FF14F}" type="parTrans" cxnId="{B40E8060-6FB3-4A21-9763-06DB025DC1D2}">
      <dgm:prSet/>
      <dgm:spPr/>
      <dgm:t>
        <a:bodyPr/>
        <a:lstStyle/>
        <a:p>
          <a:endParaRPr lang="uk-UA"/>
        </a:p>
      </dgm:t>
    </dgm:pt>
    <dgm:pt modelId="{9B2266CE-BD9D-478B-9DFC-2E0C8C9B8C7E}" type="sibTrans" cxnId="{B40E8060-6FB3-4A21-9763-06DB025DC1D2}">
      <dgm:prSet/>
      <dgm:spPr/>
      <dgm:t>
        <a:bodyPr/>
        <a:lstStyle/>
        <a:p>
          <a:endParaRPr lang="uk-UA"/>
        </a:p>
      </dgm:t>
    </dgm:pt>
    <dgm:pt modelId="{18A1BDC0-CD18-4B38-B1A0-0FD222A32052}">
      <dgm:prSet phldrT="[Текст]"/>
      <dgm:spPr/>
      <dgm:t>
        <a:bodyPr/>
        <a:lstStyle/>
        <a:p>
          <a:r>
            <a:rPr lang="uk-UA" dirty="0" smtClean="0"/>
            <a:t>Простіше забезпечити спостереження за результатами тестування</a:t>
          </a:r>
          <a:endParaRPr lang="uk-UA" dirty="0"/>
        </a:p>
      </dgm:t>
    </dgm:pt>
    <dgm:pt modelId="{02E81FAE-2EBC-4977-9264-5119FC46B5E0}" type="parTrans" cxnId="{F3735635-4444-4158-A864-1B6231DB95D2}">
      <dgm:prSet/>
      <dgm:spPr/>
      <dgm:t>
        <a:bodyPr/>
        <a:lstStyle/>
        <a:p>
          <a:endParaRPr lang="uk-UA"/>
        </a:p>
      </dgm:t>
    </dgm:pt>
    <dgm:pt modelId="{065E07CA-36EF-4A22-BAE4-1B099766C792}" type="sibTrans" cxnId="{F3735635-4444-4158-A864-1B6231DB95D2}">
      <dgm:prSet/>
      <dgm:spPr/>
      <dgm:t>
        <a:bodyPr/>
        <a:lstStyle/>
        <a:p>
          <a:endParaRPr lang="uk-UA"/>
        </a:p>
      </dgm:t>
    </dgm:pt>
    <dgm:pt modelId="{509755E9-4FC8-4840-A72F-7D2AEA20D855}" type="pres">
      <dgm:prSet presAssocID="{CA85BC96-DED2-4A66-B1C3-76BD44AB1E24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uk-UA"/>
        </a:p>
      </dgm:t>
    </dgm:pt>
    <dgm:pt modelId="{02372F41-46BD-4822-B655-CC2F22CF589B}" type="pres">
      <dgm:prSet presAssocID="{581082AF-7D73-4C7A-ADCB-B1FA4E788521}" presName="thickLine" presStyleLbl="alignNode1" presStyleIdx="0" presStyleCnt="3"/>
      <dgm:spPr/>
    </dgm:pt>
    <dgm:pt modelId="{38773777-88C2-47FB-A0D0-4B65E6A4C830}" type="pres">
      <dgm:prSet presAssocID="{581082AF-7D73-4C7A-ADCB-B1FA4E788521}" presName="horz1" presStyleCnt="0"/>
      <dgm:spPr/>
    </dgm:pt>
    <dgm:pt modelId="{04F75668-EDB6-4BFA-99D0-9CD50A1E5A85}" type="pres">
      <dgm:prSet presAssocID="{581082AF-7D73-4C7A-ADCB-B1FA4E788521}" presName="tx1" presStyleLbl="revTx" presStyleIdx="0" presStyleCnt="3"/>
      <dgm:spPr/>
      <dgm:t>
        <a:bodyPr/>
        <a:lstStyle/>
        <a:p>
          <a:endParaRPr lang="uk-UA"/>
        </a:p>
      </dgm:t>
    </dgm:pt>
    <dgm:pt modelId="{97127688-F3A0-4A74-A7FB-70BFA743D084}" type="pres">
      <dgm:prSet presAssocID="{581082AF-7D73-4C7A-ADCB-B1FA4E788521}" presName="vert1" presStyleCnt="0"/>
      <dgm:spPr/>
    </dgm:pt>
    <dgm:pt modelId="{8D76DABB-3E29-496A-A659-8FFF1691FB98}" type="pres">
      <dgm:prSet presAssocID="{C83FA77D-053F-46A7-854E-488B92212E5F}" presName="thickLine" presStyleLbl="alignNode1" presStyleIdx="1" presStyleCnt="3"/>
      <dgm:spPr/>
    </dgm:pt>
    <dgm:pt modelId="{C0CFF0AB-B35A-4102-B3A1-8329BF657592}" type="pres">
      <dgm:prSet presAssocID="{C83FA77D-053F-46A7-854E-488B92212E5F}" presName="horz1" presStyleCnt="0"/>
      <dgm:spPr/>
    </dgm:pt>
    <dgm:pt modelId="{5E69DFA3-E2A7-401D-BF09-E506EAF0091A}" type="pres">
      <dgm:prSet presAssocID="{C83FA77D-053F-46A7-854E-488B92212E5F}" presName="tx1" presStyleLbl="revTx" presStyleIdx="1" presStyleCnt="3"/>
      <dgm:spPr/>
      <dgm:t>
        <a:bodyPr/>
        <a:lstStyle/>
        <a:p>
          <a:endParaRPr lang="uk-UA"/>
        </a:p>
      </dgm:t>
    </dgm:pt>
    <dgm:pt modelId="{FBFEDE7F-9A50-4249-AD4B-8DA2DB366EA5}" type="pres">
      <dgm:prSet presAssocID="{C83FA77D-053F-46A7-854E-488B92212E5F}" presName="vert1" presStyleCnt="0"/>
      <dgm:spPr/>
    </dgm:pt>
    <dgm:pt modelId="{072B6E8D-AB71-4E7E-8549-9C65A7099F89}" type="pres">
      <dgm:prSet presAssocID="{18A1BDC0-CD18-4B38-B1A0-0FD222A32052}" presName="thickLine" presStyleLbl="alignNode1" presStyleIdx="2" presStyleCnt="3"/>
      <dgm:spPr/>
    </dgm:pt>
    <dgm:pt modelId="{87CD7172-E873-41C1-9902-C1579C99999E}" type="pres">
      <dgm:prSet presAssocID="{18A1BDC0-CD18-4B38-B1A0-0FD222A32052}" presName="horz1" presStyleCnt="0"/>
      <dgm:spPr/>
    </dgm:pt>
    <dgm:pt modelId="{290B47E2-81D7-455C-AFD7-3F366D0A2E8A}" type="pres">
      <dgm:prSet presAssocID="{18A1BDC0-CD18-4B38-B1A0-0FD222A32052}" presName="tx1" presStyleLbl="revTx" presStyleIdx="2" presStyleCnt="3"/>
      <dgm:spPr/>
      <dgm:t>
        <a:bodyPr/>
        <a:lstStyle/>
        <a:p>
          <a:endParaRPr lang="uk-UA"/>
        </a:p>
      </dgm:t>
    </dgm:pt>
    <dgm:pt modelId="{5B6A0237-DD58-4D7D-8BB6-C37C36EB40B2}" type="pres">
      <dgm:prSet presAssocID="{18A1BDC0-CD18-4B38-B1A0-0FD222A32052}" presName="vert1" presStyleCnt="0"/>
      <dgm:spPr/>
    </dgm:pt>
  </dgm:ptLst>
  <dgm:cxnLst>
    <dgm:cxn modelId="{B40E8060-6FB3-4A21-9763-06DB025DC1D2}" srcId="{CA85BC96-DED2-4A66-B1C3-76BD44AB1E24}" destId="{C83FA77D-053F-46A7-854E-488B92212E5F}" srcOrd="1" destOrd="0" parTransId="{D6AA9844-06C9-454B-AAC4-93053F0FF14F}" sibTransId="{9B2266CE-BD9D-478B-9DFC-2E0C8C9B8C7E}"/>
    <dgm:cxn modelId="{C2947C0C-279D-4863-9240-FDECD7332080}" type="presOf" srcId="{CA85BC96-DED2-4A66-B1C3-76BD44AB1E24}" destId="{509755E9-4FC8-4840-A72F-7D2AEA20D855}" srcOrd="0" destOrd="0" presId="urn:microsoft.com/office/officeart/2008/layout/LinedList"/>
    <dgm:cxn modelId="{C6B5A2CD-56ED-4631-9A83-A7611CCD5E85}" type="presOf" srcId="{C83FA77D-053F-46A7-854E-488B92212E5F}" destId="{5E69DFA3-E2A7-401D-BF09-E506EAF0091A}" srcOrd="0" destOrd="0" presId="urn:microsoft.com/office/officeart/2008/layout/LinedList"/>
    <dgm:cxn modelId="{88643078-1EAA-49D0-A8D8-B35630A02436}" type="presOf" srcId="{581082AF-7D73-4C7A-ADCB-B1FA4E788521}" destId="{04F75668-EDB6-4BFA-99D0-9CD50A1E5A85}" srcOrd="0" destOrd="0" presId="urn:microsoft.com/office/officeart/2008/layout/LinedList"/>
    <dgm:cxn modelId="{B0476847-624D-48F9-A3BF-EDB9B145C132}" type="presOf" srcId="{18A1BDC0-CD18-4B38-B1A0-0FD222A32052}" destId="{290B47E2-81D7-455C-AFD7-3F366D0A2E8A}" srcOrd="0" destOrd="0" presId="urn:microsoft.com/office/officeart/2008/layout/LinedList"/>
    <dgm:cxn modelId="{F3735635-4444-4158-A864-1B6231DB95D2}" srcId="{CA85BC96-DED2-4A66-B1C3-76BD44AB1E24}" destId="{18A1BDC0-CD18-4B38-B1A0-0FD222A32052}" srcOrd="2" destOrd="0" parTransId="{02E81FAE-2EBC-4977-9264-5119FC46B5E0}" sibTransId="{065E07CA-36EF-4A22-BAE4-1B099766C792}"/>
    <dgm:cxn modelId="{9984967D-EA65-4675-AA81-FADF502938CC}" srcId="{CA85BC96-DED2-4A66-B1C3-76BD44AB1E24}" destId="{581082AF-7D73-4C7A-ADCB-B1FA4E788521}" srcOrd="0" destOrd="0" parTransId="{FB35F34E-4585-452E-8844-26D09FA042F4}" sibTransId="{47F2F122-86B0-408C-8B23-A0065BFCA7C1}"/>
    <dgm:cxn modelId="{AC51F576-37D1-441F-8432-D346F9DD7F55}" type="presParOf" srcId="{509755E9-4FC8-4840-A72F-7D2AEA20D855}" destId="{02372F41-46BD-4822-B655-CC2F22CF589B}" srcOrd="0" destOrd="0" presId="urn:microsoft.com/office/officeart/2008/layout/LinedList"/>
    <dgm:cxn modelId="{0A565898-B1B6-4488-A5B6-26C71CF4C680}" type="presParOf" srcId="{509755E9-4FC8-4840-A72F-7D2AEA20D855}" destId="{38773777-88C2-47FB-A0D0-4B65E6A4C830}" srcOrd="1" destOrd="0" presId="urn:microsoft.com/office/officeart/2008/layout/LinedList"/>
    <dgm:cxn modelId="{918439B7-A93A-4ECD-9116-95B7A1035046}" type="presParOf" srcId="{38773777-88C2-47FB-A0D0-4B65E6A4C830}" destId="{04F75668-EDB6-4BFA-99D0-9CD50A1E5A85}" srcOrd="0" destOrd="0" presId="urn:microsoft.com/office/officeart/2008/layout/LinedList"/>
    <dgm:cxn modelId="{58BDD49F-3163-4377-A76F-B2A28E8BAE68}" type="presParOf" srcId="{38773777-88C2-47FB-A0D0-4B65E6A4C830}" destId="{97127688-F3A0-4A74-A7FB-70BFA743D084}" srcOrd="1" destOrd="0" presId="urn:microsoft.com/office/officeart/2008/layout/LinedList"/>
    <dgm:cxn modelId="{1F1B229A-B728-4642-A909-A04340B48A90}" type="presParOf" srcId="{509755E9-4FC8-4840-A72F-7D2AEA20D855}" destId="{8D76DABB-3E29-496A-A659-8FFF1691FB98}" srcOrd="2" destOrd="0" presId="urn:microsoft.com/office/officeart/2008/layout/LinedList"/>
    <dgm:cxn modelId="{BD1AAE98-CBA3-49FD-AB7F-E8B4FA1BC276}" type="presParOf" srcId="{509755E9-4FC8-4840-A72F-7D2AEA20D855}" destId="{C0CFF0AB-B35A-4102-B3A1-8329BF657592}" srcOrd="3" destOrd="0" presId="urn:microsoft.com/office/officeart/2008/layout/LinedList"/>
    <dgm:cxn modelId="{1E49EA31-E5CA-4599-B56E-BE0F2581FFD2}" type="presParOf" srcId="{C0CFF0AB-B35A-4102-B3A1-8329BF657592}" destId="{5E69DFA3-E2A7-401D-BF09-E506EAF0091A}" srcOrd="0" destOrd="0" presId="urn:microsoft.com/office/officeart/2008/layout/LinedList"/>
    <dgm:cxn modelId="{FC4BAC61-3525-49D4-80ED-A286802C12E7}" type="presParOf" srcId="{C0CFF0AB-B35A-4102-B3A1-8329BF657592}" destId="{FBFEDE7F-9A50-4249-AD4B-8DA2DB366EA5}" srcOrd="1" destOrd="0" presId="urn:microsoft.com/office/officeart/2008/layout/LinedList"/>
    <dgm:cxn modelId="{1DAFEFB8-A3DC-47E4-9F5A-2450ACBC4235}" type="presParOf" srcId="{509755E9-4FC8-4840-A72F-7D2AEA20D855}" destId="{072B6E8D-AB71-4E7E-8549-9C65A7099F89}" srcOrd="4" destOrd="0" presId="urn:microsoft.com/office/officeart/2008/layout/LinedList"/>
    <dgm:cxn modelId="{D89BCCAB-127E-4597-A711-992184B15F12}" type="presParOf" srcId="{509755E9-4FC8-4840-A72F-7D2AEA20D855}" destId="{87CD7172-E873-41C1-9902-C1579C99999E}" srcOrd="5" destOrd="0" presId="urn:microsoft.com/office/officeart/2008/layout/LinedList"/>
    <dgm:cxn modelId="{326EB4CD-FC82-491E-9F3E-5528F48C997F}" type="presParOf" srcId="{87CD7172-E873-41C1-9902-C1579C99999E}" destId="{290B47E2-81D7-455C-AFD7-3F366D0A2E8A}" srcOrd="0" destOrd="0" presId="urn:microsoft.com/office/officeart/2008/layout/LinedList"/>
    <dgm:cxn modelId="{353C1130-073A-418B-8E89-6A92B24BEC02}" type="presParOf" srcId="{87CD7172-E873-41C1-9902-C1579C99999E}" destId="{5B6A0237-DD58-4D7D-8BB6-C37C36EB40B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B1D2949-CF33-4628-B1F9-1447134FA2E7}" type="doc">
      <dgm:prSet loTypeId="urn:microsoft.com/office/officeart/2005/8/layout/default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DD6C0DE0-85AE-416B-ACED-A042EB0C114A}">
      <dgm:prSet phldrT="[Текст]"/>
      <dgm:spPr/>
      <dgm:t>
        <a:bodyPr/>
        <a:lstStyle/>
        <a:p>
          <a:r>
            <a:rPr lang="uk-UA" dirty="0" smtClean="0"/>
            <a:t>Потреба в розробці тестових драйверів</a:t>
          </a:r>
          <a:endParaRPr lang="uk-UA" dirty="0"/>
        </a:p>
      </dgm:t>
    </dgm:pt>
    <dgm:pt modelId="{61054EFF-457F-4D0F-9943-5DE689A6E2EE}" type="parTrans" cxnId="{2A4CDA5D-87DA-4F55-BCDF-88BDBD7FBC51}">
      <dgm:prSet/>
      <dgm:spPr/>
      <dgm:t>
        <a:bodyPr/>
        <a:lstStyle/>
        <a:p>
          <a:endParaRPr lang="uk-UA"/>
        </a:p>
      </dgm:t>
    </dgm:pt>
    <dgm:pt modelId="{A84AD07A-A8E6-4704-BEDE-358579ADDB31}" type="sibTrans" cxnId="{2A4CDA5D-87DA-4F55-BCDF-88BDBD7FBC51}">
      <dgm:prSet/>
      <dgm:spPr/>
      <dgm:t>
        <a:bodyPr/>
        <a:lstStyle/>
        <a:p>
          <a:endParaRPr lang="uk-UA"/>
        </a:p>
      </dgm:t>
    </dgm:pt>
    <dgm:pt modelId="{FDDBA157-3617-4E93-AED7-F0685EA4E290}">
      <dgm:prSet phldrT="[Текст]"/>
      <dgm:spPr/>
      <dgm:t>
        <a:bodyPr/>
        <a:lstStyle/>
        <a:p>
          <a:r>
            <a:rPr lang="uk-UA" dirty="0" smtClean="0"/>
            <a:t>Програма не існує до тих пір, поки не додано останній модуль - неможливість демонстрації</a:t>
          </a:r>
          <a:endParaRPr lang="uk-UA" dirty="0"/>
        </a:p>
      </dgm:t>
    </dgm:pt>
    <dgm:pt modelId="{BF19F7B6-14F3-4249-B1D4-1D255129F030}" type="parTrans" cxnId="{369C4319-E808-403A-8E46-D1B9BC41AA55}">
      <dgm:prSet/>
      <dgm:spPr/>
      <dgm:t>
        <a:bodyPr/>
        <a:lstStyle/>
        <a:p>
          <a:endParaRPr lang="uk-UA"/>
        </a:p>
      </dgm:t>
    </dgm:pt>
    <dgm:pt modelId="{0BF2309F-CA29-402C-8A70-B844DD381D71}" type="sibTrans" cxnId="{369C4319-E808-403A-8E46-D1B9BC41AA55}">
      <dgm:prSet/>
      <dgm:spPr/>
      <dgm:t>
        <a:bodyPr/>
        <a:lstStyle/>
        <a:p>
          <a:endParaRPr lang="uk-UA"/>
        </a:p>
      </dgm:t>
    </dgm:pt>
    <dgm:pt modelId="{1D2327F7-7C2F-463D-8170-97457AE297AB}" type="pres">
      <dgm:prSet presAssocID="{5B1D2949-CF33-4628-B1F9-1447134FA2E7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uk-UA"/>
        </a:p>
      </dgm:t>
    </dgm:pt>
    <dgm:pt modelId="{5092E7F2-9F94-4E27-9CA9-58748564DBDE}" type="pres">
      <dgm:prSet presAssocID="{DD6C0DE0-85AE-416B-ACED-A042EB0C114A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9588B032-68FF-4317-BE18-2EC39C0909B7}" type="pres">
      <dgm:prSet presAssocID="{A84AD07A-A8E6-4704-BEDE-358579ADDB31}" presName="sibTrans" presStyleCnt="0"/>
      <dgm:spPr/>
      <dgm:t>
        <a:bodyPr/>
        <a:lstStyle/>
        <a:p>
          <a:endParaRPr lang="uk-UA"/>
        </a:p>
      </dgm:t>
    </dgm:pt>
    <dgm:pt modelId="{037B6121-906C-4FD1-9F73-3B3DE8BBE144}" type="pres">
      <dgm:prSet presAssocID="{FDDBA157-3617-4E93-AED7-F0685EA4E290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</dgm:ptLst>
  <dgm:cxnLst>
    <dgm:cxn modelId="{8D27B063-AD7E-465E-9555-4711977CD39A}" type="presOf" srcId="{DD6C0DE0-85AE-416B-ACED-A042EB0C114A}" destId="{5092E7F2-9F94-4E27-9CA9-58748564DBDE}" srcOrd="0" destOrd="0" presId="urn:microsoft.com/office/officeart/2005/8/layout/default"/>
    <dgm:cxn modelId="{369C4319-E808-403A-8E46-D1B9BC41AA55}" srcId="{5B1D2949-CF33-4628-B1F9-1447134FA2E7}" destId="{FDDBA157-3617-4E93-AED7-F0685EA4E290}" srcOrd="1" destOrd="0" parTransId="{BF19F7B6-14F3-4249-B1D4-1D255129F030}" sibTransId="{0BF2309F-CA29-402C-8A70-B844DD381D71}"/>
    <dgm:cxn modelId="{C21975D5-619D-4511-992B-269E07FBA567}" type="presOf" srcId="{5B1D2949-CF33-4628-B1F9-1447134FA2E7}" destId="{1D2327F7-7C2F-463D-8170-97457AE297AB}" srcOrd="0" destOrd="0" presId="urn:microsoft.com/office/officeart/2005/8/layout/default"/>
    <dgm:cxn modelId="{2A4CDA5D-87DA-4F55-BCDF-88BDBD7FBC51}" srcId="{5B1D2949-CF33-4628-B1F9-1447134FA2E7}" destId="{DD6C0DE0-85AE-416B-ACED-A042EB0C114A}" srcOrd="0" destOrd="0" parTransId="{61054EFF-457F-4D0F-9943-5DE689A6E2EE}" sibTransId="{A84AD07A-A8E6-4704-BEDE-358579ADDB31}"/>
    <dgm:cxn modelId="{C1309723-568E-488A-BB99-D37CF04C5F34}" type="presOf" srcId="{FDDBA157-3617-4E93-AED7-F0685EA4E290}" destId="{037B6121-906C-4FD1-9F73-3B3DE8BBE144}" srcOrd="0" destOrd="0" presId="urn:microsoft.com/office/officeart/2005/8/layout/default"/>
    <dgm:cxn modelId="{FD7B7A2E-CBC2-48DE-9420-463D2D4E81BE}" type="presParOf" srcId="{1D2327F7-7C2F-463D-8170-97457AE297AB}" destId="{5092E7F2-9F94-4E27-9CA9-58748564DBDE}" srcOrd="0" destOrd="0" presId="urn:microsoft.com/office/officeart/2005/8/layout/default"/>
    <dgm:cxn modelId="{5B0B8564-F59D-4FC4-B735-49A601A85283}" type="presParOf" srcId="{1D2327F7-7C2F-463D-8170-97457AE297AB}" destId="{9588B032-68FF-4317-BE18-2EC39C0909B7}" srcOrd="1" destOrd="0" presId="urn:microsoft.com/office/officeart/2005/8/layout/default"/>
    <dgm:cxn modelId="{E3D7A772-89AE-41DC-B999-814DCB644917}" type="presParOf" srcId="{1D2327F7-7C2F-463D-8170-97457AE297AB}" destId="{037B6121-906C-4FD1-9F73-3B3DE8BBE144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765ECF2-4F40-4F38-AE32-240FBFBCF367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E4782526-BC87-4205-96E7-0635D23C2BB6}">
      <dgm:prSet phldrT="[Текст]"/>
      <dgm:spPr/>
      <dgm:t>
        <a:bodyPr/>
        <a:lstStyle/>
        <a:p>
          <a:r>
            <a:rPr lang="uk-UA" noProof="0" dirty="0" smtClean="0"/>
            <a:t>Модульне тестування – </a:t>
          </a:r>
          <a:r>
            <a:rPr lang="uk-UA" noProof="0" dirty="0" err="1" smtClean="0"/>
            <a:t>тестування</a:t>
          </a:r>
          <a:r>
            <a:rPr lang="uk-UA" noProof="0" dirty="0" smtClean="0"/>
            <a:t> окремих блоків – вимагає специфікацію</a:t>
          </a:r>
          <a:r>
            <a:rPr lang="ru-RU" dirty="0" smtClean="0"/>
            <a:t> та текст </a:t>
          </a:r>
          <a:r>
            <a:rPr lang="uk-UA" noProof="0" dirty="0" smtClean="0"/>
            <a:t>програми</a:t>
          </a:r>
          <a:endParaRPr lang="uk-UA" noProof="0" dirty="0"/>
        </a:p>
      </dgm:t>
    </dgm:pt>
    <dgm:pt modelId="{C23E696F-7C75-4A62-936B-093F861C624D}" type="parTrans" cxnId="{4CFD7F28-BDAE-4372-B2A6-B51A21F61725}">
      <dgm:prSet/>
      <dgm:spPr/>
      <dgm:t>
        <a:bodyPr/>
        <a:lstStyle/>
        <a:p>
          <a:endParaRPr lang="uk-UA"/>
        </a:p>
      </dgm:t>
    </dgm:pt>
    <dgm:pt modelId="{82B7961D-9FCD-4A73-8AEF-694046F593BF}" type="sibTrans" cxnId="{4CFD7F28-BDAE-4372-B2A6-B51A21F61725}">
      <dgm:prSet/>
      <dgm:spPr/>
      <dgm:t>
        <a:bodyPr/>
        <a:lstStyle/>
        <a:p>
          <a:endParaRPr lang="uk-UA"/>
        </a:p>
      </dgm:t>
    </dgm:pt>
    <dgm:pt modelId="{1944F8D8-B0CC-48A7-8B79-0F2B4FA78724}">
      <dgm:prSet phldrT="[Текст]"/>
      <dgm:spPr/>
      <dgm:t>
        <a:bodyPr/>
        <a:lstStyle/>
        <a:p>
          <a:r>
            <a:rPr lang="uk-UA" dirty="0" smtClean="0"/>
            <a:t>Тестування модулів: </a:t>
          </a:r>
          <a:r>
            <a:rPr lang="uk-UA" dirty="0" err="1" smtClean="0"/>
            <a:t>інкерментне</a:t>
          </a:r>
          <a:r>
            <a:rPr lang="uk-UA" dirty="0" smtClean="0"/>
            <a:t> та </a:t>
          </a:r>
          <a:r>
            <a:rPr lang="uk-UA" dirty="0" err="1" smtClean="0"/>
            <a:t>неінкрементне</a:t>
          </a:r>
          <a:endParaRPr lang="uk-UA" dirty="0"/>
        </a:p>
      </dgm:t>
    </dgm:pt>
    <dgm:pt modelId="{04F2EBD5-60CB-4B6E-8D46-5778731B5F87}" type="parTrans" cxnId="{A2BAF4AD-23F4-4672-98FD-EA688306AA7D}">
      <dgm:prSet/>
      <dgm:spPr/>
      <dgm:t>
        <a:bodyPr/>
        <a:lstStyle/>
        <a:p>
          <a:endParaRPr lang="uk-UA"/>
        </a:p>
      </dgm:t>
    </dgm:pt>
    <dgm:pt modelId="{492FBE2D-A76D-477F-B4C9-30621E7B8FD4}" type="sibTrans" cxnId="{A2BAF4AD-23F4-4672-98FD-EA688306AA7D}">
      <dgm:prSet/>
      <dgm:spPr/>
      <dgm:t>
        <a:bodyPr/>
        <a:lstStyle/>
        <a:p>
          <a:endParaRPr lang="uk-UA"/>
        </a:p>
      </dgm:t>
    </dgm:pt>
    <dgm:pt modelId="{6E508F8D-5C13-4A54-A7E0-B8FE67DC667A}">
      <dgm:prSet phldrT="[Текст]"/>
      <dgm:spPr/>
      <dgm:t>
        <a:bodyPr/>
        <a:lstStyle/>
        <a:p>
          <a:r>
            <a:rPr lang="uk-UA" dirty="0" smtClean="0"/>
            <a:t>Стратегії тестування: низхідна та висхідна</a:t>
          </a:r>
          <a:endParaRPr lang="uk-UA" dirty="0"/>
        </a:p>
      </dgm:t>
    </dgm:pt>
    <dgm:pt modelId="{31207762-93C6-42CB-B935-40DFEDC1A191}" type="parTrans" cxnId="{2486E54B-CBA5-4BDF-95E0-A1C62B50C3B6}">
      <dgm:prSet/>
      <dgm:spPr/>
      <dgm:t>
        <a:bodyPr/>
        <a:lstStyle/>
        <a:p>
          <a:endParaRPr lang="uk-UA"/>
        </a:p>
      </dgm:t>
    </dgm:pt>
    <dgm:pt modelId="{661C204D-A6AE-44B2-BC88-786425548176}" type="sibTrans" cxnId="{2486E54B-CBA5-4BDF-95E0-A1C62B50C3B6}">
      <dgm:prSet/>
      <dgm:spPr/>
      <dgm:t>
        <a:bodyPr/>
        <a:lstStyle/>
        <a:p>
          <a:endParaRPr lang="uk-UA"/>
        </a:p>
      </dgm:t>
    </dgm:pt>
    <dgm:pt modelId="{408EA669-09B7-4C9E-A88C-76167FF78446}">
      <dgm:prSet phldrT="[Текст]"/>
      <dgm:spPr/>
      <dgm:t>
        <a:bodyPr/>
        <a:lstStyle/>
        <a:p>
          <a:r>
            <a:rPr lang="uk-UA" dirty="0" smtClean="0"/>
            <a:t>Мета модульного тесту: знайти відмінності між характеристиками модуля та специфікацією його інтерфейсу</a:t>
          </a:r>
          <a:endParaRPr lang="uk-UA" dirty="0"/>
        </a:p>
      </dgm:t>
    </dgm:pt>
    <dgm:pt modelId="{1F6FCC23-91F5-4ADA-8A18-0FB9414BDF06}" type="parTrans" cxnId="{5E80ACF5-E26E-4BEC-927C-7477C13A318D}">
      <dgm:prSet/>
      <dgm:spPr/>
      <dgm:t>
        <a:bodyPr/>
        <a:lstStyle/>
        <a:p>
          <a:endParaRPr lang="uk-UA"/>
        </a:p>
      </dgm:t>
    </dgm:pt>
    <dgm:pt modelId="{9A612C54-5F55-4C6F-9C9D-162418F7DA1C}" type="sibTrans" cxnId="{5E80ACF5-E26E-4BEC-927C-7477C13A318D}">
      <dgm:prSet/>
      <dgm:spPr/>
      <dgm:t>
        <a:bodyPr/>
        <a:lstStyle/>
        <a:p>
          <a:endParaRPr lang="uk-UA"/>
        </a:p>
      </dgm:t>
    </dgm:pt>
    <dgm:pt modelId="{7247364A-AA9C-4718-9BBE-02D57BED8794}" type="pres">
      <dgm:prSet presAssocID="{1765ECF2-4F40-4F38-AE32-240FBFBCF367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uk-UA"/>
        </a:p>
      </dgm:t>
    </dgm:pt>
    <dgm:pt modelId="{8E0DA79B-6F08-442C-9107-731BEBCF4BA0}" type="pres">
      <dgm:prSet presAssocID="{E4782526-BC87-4205-96E7-0635D23C2BB6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66F49666-DB17-4E37-9119-A32931C45F88}" type="pres">
      <dgm:prSet presAssocID="{82B7961D-9FCD-4A73-8AEF-694046F593BF}" presName="spacer" presStyleCnt="0"/>
      <dgm:spPr/>
    </dgm:pt>
    <dgm:pt modelId="{2D3E7B60-52B9-445F-8D73-4911197405C9}" type="pres">
      <dgm:prSet presAssocID="{408EA669-09B7-4C9E-A88C-76167FF78446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C272B72F-C034-49CF-85E0-D303BE8C5098}" type="pres">
      <dgm:prSet presAssocID="{9A612C54-5F55-4C6F-9C9D-162418F7DA1C}" presName="spacer" presStyleCnt="0"/>
      <dgm:spPr/>
    </dgm:pt>
    <dgm:pt modelId="{C7654FCD-69BC-4B1B-BBC4-61290B44B978}" type="pres">
      <dgm:prSet presAssocID="{1944F8D8-B0CC-48A7-8B79-0F2B4FA78724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E4E5B798-E44F-4EF1-B0A6-AC5602089CF4}" type="pres">
      <dgm:prSet presAssocID="{492FBE2D-A76D-477F-B4C9-30621E7B8FD4}" presName="spacer" presStyleCnt="0"/>
      <dgm:spPr/>
    </dgm:pt>
    <dgm:pt modelId="{229587C6-B789-4FA8-999A-FE44DC77B5B3}" type="pres">
      <dgm:prSet presAssocID="{6E508F8D-5C13-4A54-A7E0-B8FE67DC667A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uk-UA"/>
        </a:p>
      </dgm:t>
    </dgm:pt>
  </dgm:ptLst>
  <dgm:cxnLst>
    <dgm:cxn modelId="{5E80ACF5-E26E-4BEC-927C-7477C13A318D}" srcId="{1765ECF2-4F40-4F38-AE32-240FBFBCF367}" destId="{408EA669-09B7-4C9E-A88C-76167FF78446}" srcOrd="1" destOrd="0" parTransId="{1F6FCC23-91F5-4ADA-8A18-0FB9414BDF06}" sibTransId="{9A612C54-5F55-4C6F-9C9D-162418F7DA1C}"/>
    <dgm:cxn modelId="{80E65CD9-A480-4334-B9CA-0C7394FBA9D8}" type="presOf" srcId="{E4782526-BC87-4205-96E7-0635D23C2BB6}" destId="{8E0DA79B-6F08-442C-9107-731BEBCF4BA0}" srcOrd="0" destOrd="0" presId="urn:microsoft.com/office/officeart/2005/8/layout/vList2"/>
    <dgm:cxn modelId="{4CFD7F28-BDAE-4372-B2A6-B51A21F61725}" srcId="{1765ECF2-4F40-4F38-AE32-240FBFBCF367}" destId="{E4782526-BC87-4205-96E7-0635D23C2BB6}" srcOrd="0" destOrd="0" parTransId="{C23E696F-7C75-4A62-936B-093F861C624D}" sibTransId="{82B7961D-9FCD-4A73-8AEF-694046F593BF}"/>
    <dgm:cxn modelId="{B194B182-277F-45BA-82BE-80596E5FB127}" type="presOf" srcId="{6E508F8D-5C13-4A54-A7E0-B8FE67DC667A}" destId="{229587C6-B789-4FA8-999A-FE44DC77B5B3}" srcOrd="0" destOrd="0" presId="urn:microsoft.com/office/officeart/2005/8/layout/vList2"/>
    <dgm:cxn modelId="{7B8785B7-0AD5-47C8-9D4C-AF646EB2E4F0}" type="presOf" srcId="{1944F8D8-B0CC-48A7-8B79-0F2B4FA78724}" destId="{C7654FCD-69BC-4B1B-BBC4-61290B44B978}" srcOrd="0" destOrd="0" presId="urn:microsoft.com/office/officeart/2005/8/layout/vList2"/>
    <dgm:cxn modelId="{76D5C229-D52A-4D99-8B76-C1BABE885B31}" type="presOf" srcId="{408EA669-09B7-4C9E-A88C-76167FF78446}" destId="{2D3E7B60-52B9-445F-8D73-4911197405C9}" srcOrd="0" destOrd="0" presId="urn:microsoft.com/office/officeart/2005/8/layout/vList2"/>
    <dgm:cxn modelId="{A2BAF4AD-23F4-4672-98FD-EA688306AA7D}" srcId="{1765ECF2-4F40-4F38-AE32-240FBFBCF367}" destId="{1944F8D8-B0CC-48A7-8B79-0F2B4FA78724}" srcOrd="2" destOrd="0" parTransId="{04F2EBD5-60CB-4B6E-8D46-5778731B5F87}" sibTransId="{492FBE2D-A76D-477F-B4C9-30621E7B8FD4}"/>
    <dgm:cxn modelId="{2486E54B-CBA5-4BDF-95E0-A1C62B50C3B6}" srcId="{1765ECF2-4F40-4F38-AE32-240FBFBCF367}" destId="{6E508F8D-5C13-4A54-A7E0-B8FE67DC667A}" srcOrd="3" destOrd="0" parTransId="{31207762-93C6-42CB-B935-40DFEDC1A191}" sibTransId="{661C204D-A6AE-44B2-BC88-786425548176}"/>
    <dgm:cxn modelId="{072AEE94-2363-4E38-B91A-0150E62199B9}" type="presOf" srcId="{1765ECF2-4F40-4F38-AE32-240FBFBCF367}" destId="{7247364A-AA9C-4718-9BBE-02D57BED8794}" srcOrd="0" destOrd="0" presId="urn:microsoft.com/office/officeart/2005/8/layout/vList2"/>
    <dgm:cxn modelId="{F423FC31-8252-4F07-87D0-9974173FFAF5}" type="presParOf" srcId="{7247364A-AA9C-4718-9BBE-02D57BED8794}" destId="{8E0DA79B-6F08-442C-9107-731BEBCF4BA0}" srcOrd="0" destOrd="0" presId="urn:microsoft.com/office/officeart/2005/8/layout/vList2"/>
    <dgm:cxn modelId="{4E7BDB2C-388A-437A-97EC-BB2337714101}" type="presParOf" srcId="{7247364A-AA9C-4718-9BBE-02D57BED8794}" destId="{66F49666-DB17-4E37-9119-A32931C45F88}" srcOrd="1" destOrd="0" presId="urn:microsoft.com/office/officeart/2005/8/layout/vList2"/>
    <dgm:cxn modelId="{AD19E64F-1207-469A-B77F-8C5C832B9E0B}" type="presParOf" srcId="{7247364A-AA9C-4718-9BBE-02D57BED8794}" destId="{2D3E7B60-52B9-445F-8D73-4911197405C9}" srcOrd="2" destOrd="0" presId="urn:microsoft.com/office/officeart/2005/8/layout/vList2"/>
    <dgm:cxn modelId="{D1F651CB-E39C-48BF-9D69-F5A64743D971}" type="presParOf" srcId="{7247364A-AA9C-4718-9BBE-02D57BED8794}" destId="{C272B72F-C034-49CF-85E0-D303BE8C5098}" srcOrd="3" destOrd="0" presId="urn:microsoft.com/office/officeart/2005/8/layout/vList2"/>
    <dgm:cxn modelId="{B818A541-996A-4F9E-B5BD-98D12655ED9A}" type="presParOf" srcId="{7247364A-AA9C-4718-9BBE-02D57BED8794}" destId="{C7654FCD-69BC-4B1B-BBC4-61290B44B978}" srcOrd="4" destOrd="0" presId="urn:microsoft.com/office/officeart/2005/8/layout/vList2"/>
    <dgm:cxn modelId="{21D0443B-A557-46F0-A3B9-0A1EBC43D6AD}" type="presParOf" srcId="{7247364A-AA9C-4718-9BBE-02D57BED8794}" destId="{E4E5B798-E44F-4EF1-B0A6-AC5602089CF4}" srcOrd="5" destOrd="0" presId="urn:microsoft.com/office/officeart/2005/8/layout/vList2"/>
    <dgm:cxn modelId="{3FBB6D20-57F6-48C3-BA99-8B7F003E29DA}" type="presParOf" srcId="{7247364A-AA9C-4718-9BBE-02D57BED8794}" destId="{229587C6-B789-4FA8-999A-FE44DC77B5B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553690-A992-4D9A-BCC2-70C9E9EFD1DA}">
      <dsp:nvSpPr>
        <dsp:cNvPr id="0" name=""/>
        <dsp:cNvSpPr/>
      </dsp:nvSpPr>
      <dsp:spPr>
        <a:xfrm>
          <a:off x="40" y="164676"/>
          <a:ext cx="3845569" cy="6336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200" kern="1200" dirty="0" err="1" smtClean="0"/>
            <a:t>Інкрементне</a:t>
          </a:r>
          <a:endParaRPr lang="uk-UA" sz="2200" kern="1200" dirty="0"/>
        </a:p>
      </dsp:txBody>
      <dsp:txXfrm>
        <a:off x="40" y="164676"/>
        <a:ext cx="3845569" cy="633600"/>
      </dsp:txXfrm>
    </dsp:sp>
    <dsp:sp modelId="{FC331B3D-0EAE-48F7-BE1D-B92BA6FD388A}">
      <dsp:nvSpPr>
        <dsp:cNvPr id="0" name=""/>
        <dsp:cNvSpPr/>
      </dsp:nvSpPr>
      <dsp:spPr>
        <a:xfrm>
          <a:off x="40" y="798276"/>
          <a:ext cx="3845569" cy="356300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2200" kern="1200" dirty="0" smtClean="0"/>
            <a:t>Менше витрат на драйвери та заглушки</a:t>
          </a:r>
          <a:endParaRPr lang="uk-UA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2200" kern="1200" dirty="0" smtClean="0"/>
            <a:t>Раннє виявлення помилок між модульної взаємодії</a:t>
          </a:r>
          <a:endParaRPr lang="uk-UA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2200" kern="1200" dirty="0" smtClean="0"/>
            <a:t>Спрощення налагодження: раніше і більш точне виявлення помилок</a:t>
          </a:r>
          <a:endParaRPr lang="uk-UA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2200" kern="1200" dirty="0" smtClean="0"/>
            <a:t>Більше повне тестування (модуль тестується декілька разів)</a:t>
          </a:r>
          <a:endParaRPr lang="uk-UA" sz="2200" kern="1200" dirty="0"/>
        </a:p>
      </dsp:txBody>
      <dsp:txXfrm>
        <a:off x="40" y="798276"/>
        <a:ext cx="3845569" cy="3563009"/>
      </dsp:txXfrm>
    </dsp:sp>
    <dsp:sp modelId="{242CC86D-A4FD-40E7-9F81-E7BCD7F6FFE2}">
      <dsp:nvSpPr>
        <dsp:cNvPr id="0" name=""/>
        <dsp:cNvSpPr/>
      </dsp:nvSpPr>
      <dsp:spPr>
        <a:xfrm>
          <a:off x="4383989" y="164676"/>
          <a:ext cx="3845569" cy="63360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200" kern="1200" dirty="0" err="1" smtClean="0"/>
            <a:t>Неінкрементне</a:t>
          </a:r>
          <a:endParaRPr lang="uk-UA" sz="2200" kern="1200" dirty="0"/>
        </a:p>
      </dsp:txBody>
      <dsp:txXfrm>
        <a:off x="4383989" y="164676"/>
        <a:ext cx="3845569" cy="633600"/>
      </dsp:txXfrm>
    </dsp:sp>
    <dsp:sp modelId="{90F27204-9A0F-4E39-AEE5-600406116525}">
      <dsp:nvSpPr>
        <dsp:cNvPr id="0" name=""/>
        <dsp:cNvSpPr/>
      </dsp:nvSpPr>
      <dsp:spPr>
        <a:xfrm>
          <a:off x="4383989" y="798276"/>
          <a:ext cx="3845569" cy="356300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2200" kern="1200" dirty="0" smtClean="0"/>
            <a:t>Зменшення витрат машинного часу (виконується один модуль та драйвер/заглушка, а не весь «ланцюжок»)</a:t>
          </a:r>
          <a:endParaRPr lang="uk-UA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2200" kern="1200" dirty="0" smtClean="0"/>
            <a:t>Більше можливостей паралельного тестування на ранніх етапах</a:t>
          </a:r>
          <a:endParaRPr lang="uk-UA" sz="2200" kern="1200" dirty="0"/>
        </a:p>
      </dsp:txBody>
      <dsp:txXfrm>
        <a:off x="4383989" y="798276"/>
        <a:ext cx="3845569" cy="35630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0882EF-3244-4F9A-8F33-31F5FAE5A2DB}">
      <dsp:nvSpPr>
        <dsp:cNvPr id="0" name=""/>
        <dsp:cNvSpPr/>
      </dsp:nvSpPr>
      <dsp:spPr>
        <a:xfrm>
          <a:off x="460905" y="1047"/>
          <a:ext cx="3479899" cy="208793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200" kern="1200" dirty="0" smtClean="0"/>
            <a:t>Заглушка має імітувати роботу модуля</a:t>
          </a:r>
          <a:endParaRPr lang="uk-UA" sz="2200" kern="1200" dirty="0"/>
        </a:p>
      </dsp:txBody>
      <dsp:txXfrm>
        <a:off x="460905" y="1047"/>
        <a:ext cx="3479899" cy="2087939"/>
      </dsp:txXfrm>
    </dsp:sp>
    <dsp:sp modelId="{ED03CB66-EC46-4AE3-B40C-A49CFA97744D}">
      <dsp:nvSpPr>
        <dsp:cNvPr id="0" name=""/>
        <dsp:cNvSpPr/>
      </dsp:nvSpPr>
      <dsp:spPr>
        <a:xfrm>
          <a:off x="4288794" y="1047"/>
          <a:ext cx="3479899" cy="208793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200" kern="1200" dirty="0" smtClean="0"/>
            <a:t>Заглушка має давати дані для модулів верхнього рівня</a:t>
          </a:r>
          <a:endParaRPr lang="uk-UA" sz="2200" kern="1200" dirty="0"/>
        </a:p>
      </dsp:txBody>
      <dsp:txXfrm>
        <a:off x="4288794" y="1047"/>
        <a:ext cx="3479899" cy="2087939"/>
      </dsp:txXfrm>
    </dsp:sp>
    <dsp:sp modelId="{163A8656-76C7-4A37-95DA-4A676F264C5A}">
      <dsp:nvSpPr>
        <dsp:cNvPr id="0" name=""/>
        <dsp:cNvSpPr/>
      </dsp:nvSpPr>
      <dsp:spPr>
        <a:xfrm>
          <a:off x="2374850" y="2436976"/>
          <a:ext cx="3479899" cy="208793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200" kern="1200" dirty="0" smtClean="0"/>
            <a:t>Дані для модулів верхнього рівня мають бути різні – розробка кількох заглушок або завантаження у заглушку даних з зовнішнього файлу </a:t>
          </a:r>
          <a:endParaRPr lang="uk-UA" sz="2200" kern="1200" dirty="0"/>
        </a:p>
      </dsp:txBody>
      <dsp:txXfrm>
        <a:off x="2374850" y="2436976"/>
        <a:ext cx="3479899" cy="208793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B27F37-8684-4B15-8E38-C63B16365AF8}">
      <dsp:nvSpPr>
        <dsp:cNvPr id="0" name=""/>
        <dsp:cNvSpPr/>
      </dsp:nvSpPr>
      <dsp:spPr>
        <a:xfrm>
          <a:off x="1004" y="1087611"/>
          <a:ext cx="3917900" cy="235074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700" kern="1200" dirty="0" smtClean="0"/>
            <a:t>Критично важливі модулі</a:t>
          </a:r>
          <a:endParaRPr lang="uk-UA" sz="27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2100" kern="1200" dirty="0" smtClean="0"/>
            <a:t>Реалізують новий алгоритм, мають високу складність, є принципово новими частинами системи</a:t>
          </a:r>
          <a:endParaRPr lang="uk-UA" sz="2100" kern="1200" dirty="0"/>
        </a:p>
      </dsp:txBody>
      <dsp:txXfrm>
        <a:off x="1004" y="1087611"/>
        <a:ext cx="3917900" cy="2350740"/>
      </dsp:txXfrm>
    </dsp:sp>
    <dsp:sp modelId="{8C5D9B56-42F5-4363-934C-410121C454DF}">
      <dsp:nvSpPr>
        <dsp:cNvPr id="0" name=""/>
        <dsp:cNvSpPr/>
      </dsp:nvSpPr>
      <dsp:spPr>
        <a:xfrm>
          <a:off x="4310695" y="1087611"/>
          <a:ext cx="3917900" cy="235074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700" kern="1200" dirty="0" smtClean="0"/>
            <a:t>Модулі, що реалізують введення та/або виведення даних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2100" kern="1200" dirty="0" smtClean="0"/>
            <a:t>Дозволяють створити ранню каркасну версію</a:t>
          </a:r>
          <a:endParaRPr lang="uk-UA" sz="2100" kern="1200" dirty="0"/>
        </a:p>
      </dsp:txBody>
      <dsp:txXfrm>
        <a:off x="4310695" y="1087611"/>
        <a:ext cx="3917900" cy="23507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BDD348-904A-45EE-B733-582513D496B1}">
      <dsp:nvSpPr>
        <dsp:cNvPr id="0" name=""/>
        <dsp:cNvSpPr/>
      </dsp:nvSpPr>
      <dsp:spPr>
        <a:xfrm>
          <a:off x="0" y="2209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990B96-43EC-41D7-8D31-1B21FD681061}">
      <dsp:nvSpPr>
        <dsp:cNvPr id="0" name=""/>
        <dsp:cNvSpPr/>
      </dsp:nvSpPr>
      <dsp:spPr>
        <a:xfrm>
          <a:off x="0" y="2209"/>
          <a:ext cx="8229600" cy="1507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3400" kern="1200" dirty="0" smtClean="0"/>
            <a:t>Має переваги, якщо більша кількість помилок у модулях верхніх рівнів</a:t>
          </a:r>
          <a:endParaRPr lang="uk-UA" sz="3400" kern="1200" dirty="0"/>
        </a:p>
      </dsp:txBody>
      <dsp:txXfrm>
        <a:off x="0" y="2209"/>
        <a:ext cx="8229600" cy="1507181"/>
      </dsp:txXfrm>
    </dsp:sp>
    <dsp:sp modelId="{7EC64318-3705-404C-B382-A839C3E22585}">
      <dsp:nvSpPr>
        <dsp:cNvPr id="0" name=""/>
        <dsp:cNvSpPr/>
      </dsp:nvSpPr>
      <dsp:spPr>
        <a:xfrm>
          <a:off x="0" y="150939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32033F-E1F2-4C53-9692-127C02DE9934}">
      <dsp:nvSpPr>
        <dsp:cNvPr id="0" name=""/>
        <dsp:cNvSpPr/>
      </dsp:nvSpPr>
      <dsp:spPr>
        <a:xfrm>
          <a:off x="0" y="1509390"/>
          <a:ext cx="8229600" cy="1507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3400" kern="1200" smtClean="0"/>
            <a:t>Представлення тестів спрощується після підключення модулів введення-виведення</a:t>
          </a:r>
          <a:endParaRPr lang="uk-UA" sz="3400" kern="1200" dirty="0" smtClean="0"/>
        </a:p>
      </dsp:txBody>
      <dsp:txXfrm>
        <a:off x="0" y="1509390"/>
        <a:ext cx="8229600" cy="1507181"/>
      </dsp:txXfrm>
    </dsp:sp>
    <dsp:sp modelId="{9330C67D-7747-42C0-A9A5-F67EABC16B38}">
      <dsp:nvSpPr>
        <dsp:cNvPr id="0" name=""/>
        <dsp:cNvSpPr/>
      </dsp:nvSpPr>
      <dsp:spPr>
        <a:xfrm>
          <a:off x="0" y="301657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8B56B1-41E2-490C-B85A-C469D98E9B3B}">
      <dsp:nvSpPr>
        <dsp:cNvPr id="0" name=""/>
        <dsp:cNvSpPr/>
      </dsp:nvSpPr>
      <dsp:spPr>
        <a:xfrm>
          <a:off x="0" y="3016572"/>
          <a:ext cx="8229600" cy="1507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3400" kern="1200" smtClean="0"/>
            <a:t>Ранній каркас дає можливість демонстрації та морально стимулює</a:t>
          </a:r>
          <a:endParaRPr lang="uk-UA" sz="3400" kern="1200" dirty="0"/>
        </a:p>
      </dsp:txBody>
      <dsp:txXfrm>
        <a:off x="0" y="3016572"/>
        <a:ext cx="8229600" cy="150718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A6A865-CA8D-424B-8467-5CB9D0BB8CCC}">
      <dsp:nvSpPr>
        <dsp:cNvPr id="0" name=""/>
        <dsp:cNvSpPr/>
      </dsp:nvSpPr>
      <dsp:spPr>
        <a:xfrm>
          <a:off x="0" y="2336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E451EB-DABB-4E19-92F1-A46A937B4EBA}">
      <dsp:nvSpPr>
        <dsp:cNvPr id="0" name=""/>
        <dsp:cNvSpPr/>
      </dsp:nvSpPr>
      <dsp:spPr>
        <a:xfrm>
          <a:off x="0" y="2336"/>
          <a:ext cx="8229600" cy="7967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600" kern="1200" dirty="0" smtClean="0"/>
            <a:t>Потреба в розробці заглушок;</a:t>
          </a:r>
          <a:endParaRPr lang="uk-UA" sz="1600" kern="1200" dirty="0"/>
        </a:p>
      </dsp:txBody>
      <dsp:txXfrm>
        <a:off x="0" y="2336"/>
        <a:ext cx="8229600" cy="796786"/>
      </dsp:txXfrm>
    </dsp:sp>
    <dsp:sp modelId="{CF8BE3A3-076D-4E74-A00F-CDD87570DA57}">
      <dsp:nvSpPr>
        <dsp:cNvPr id="0" name=""/>
        <dsp:cNvSpPr/>
      </dsp:nvSpPr>
      <dsp:spPr>
        <a:xfrm>
          <a:off x="0" y="799123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313E3F-2C4A-46D4-A74D-FC93E9E27A82}">
      <dsp:nvSpPr>
        <dsp:cNvPr id="0" name=""/>
        <dsp:cNvSpPr/>
      </dsp:nvSpPr>
      <dsp:spPr>
        <a:xfrm>
          <a:off x="0" y="799123"/>
          <a:ext cx="8229600" cy="7967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600" kern="1200" dirty="0" smtClean="0"/>
            <a:t>Потреба і використанні тестів з інших модулів, в яких йде введення даних;</a:t>
          </a:r>
          <a:endParaRPr lang="uk-UA" sz="1600" kern="1200" dirty="0"/>
        </a:p>
      </dsp:txBody>
      <dsp:txXfrm>
        <a:off x="0" y="799123"/>
        <a:ext cx="8229600" cy="796786"/>
      </dsp:txXfrm>
    </dsp:sp>
    <dsp:sp modelId="{11F63D47-EFA8-4DE6-BD05-FD8BF2B628A8}">
      <dsp:nvSpPr>
        <dsp:cNvPr id="0" name=""/>
        <dsp:cNvSpPr/>
      </dsp:nvSpPr>
      <dsp:spPr>
        <a:xfrm>
          <a:off x="0" y="159591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C3D92D-2915-430C-AC45-A901CCA8CAB4}">
      <dsp:nvSpPr>
        <dsp:cNvPr id="0" name=""/>
        <dsp:cNvSpPr/>
      </dsp:nvSpPr>
      <dsp:spPr>
        <a:xfrm>
          <a:off x="0" y="1595910"/>
          <a:ext cx="8229600" cy="7967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600" kern="1200" smtClean="0"/>
            <a:t>Потреба в додаткових інтелектуальних зусиллях для визначення, які саме додаткові тести з інших модулів слід використати для тестування поточного;</a:t>
          </a:r>
          <a:endParaRPr lang="uk-UA" sz="1600" kern="1200" dirty="0" smtClean="0"/>
        </a:p>
      </dsp:txBody>
      <dsp:txXfrm>
        <a:off x="0" y="1595910"/>
        <a:ext cx="8229600" cy="796786"/>
      </dsp:txXfrm>
    </dsp:sp>
    <dsp:sp modelId="{964C288B-8D03-4DFC-99F7-E231E71E6452}">
      <dsp:nvSpPr>
        <dsp:cNvPr id="0" name=""/>
        <dsp:cNvSpPr/>
      </dsp:nvSpPr>
      <dsp:spPr>
        <a:xfrm>
          <a:off x="0" y="2392697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2E4FD5-C4AF-46C4-8019-A4F4666E77A9}">
      <dsp:nvSpPr>
        <dsp:cNvPr id="0" name=""/>
        <dsp:cNvSpPr/>
      </dsp:nvSpPr>
      <dsp:spPr>
        <a:xfrm>
          <a:off x="0" y="2392697"/>
          <a:ext cx="8229600" cy="7967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600" kern="1200" dirty="0" smtClean="0"/>
            <a:t>Складність аналізу результатів роботи модулів, які не виводять дані безпосередньо (самі);</a:t>
          </a:r>
        </a:p>
      </dsp:txBody>
      <dsp:txXfrm>
        <a:off x="0" y="2392697"/>
        <a:ext cx="8229600" cy="796786"/>
      </dsp:txXfrm>
    </dsp:sp>
    <dsp:sp modelId="{7BBFA078-2E64-4558-83E2-3338CF81074D}">
      <dsp:nvSpPr>
        <dsp:cNvPr id="0" name=""/>
        <dsp:cNvSpPr/>
      </dsp:nvSpPr>
      <dsp:spPr>
        <a:xfrm>
          <a:off x="0" y="3189484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E186EB-6651-4587-B5E4-D771A5B41ECE}">
      <dsp:nvSpPr>
        <dsp:cNvPr id="0" name=""/>
        <dsp:cNvSpPr/>
      </dsp:nvSpPr>
      <dsp:spPr>
        <a:xfrm>
          <a:off x="0" y="3189484"/>
          <a:ext cx="8229600" cy="7967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600" kern="1200" smtClean="0"/>
            <a:t>Зміни у модулях нижнього рівня можуть вимагати зміну в верхніх уже протестованих;</a:t>
          </a:r>
          <a:endParaRPr lang="uk-UA" sz="1600" kern="1200" dirty="0" smtClean="0"/>
        </a:p>
      </dsp:txBody>
      <dsp:txXfrm>
        <a:off x="0" y="3189484"/>
        <a:ext cx="8229600" cy="796786"/>
      </dsp:txXfrm>
    </dsp:sp>
    <dsp:sp modelId="{2D6B3014-00C0-47FA-801E-31E77FB9CC07}">
      <dsp:nvSpPr>
        <dsp:cNvPr id="0" name=""/>
        <dsp:cNvSpPr/>
      </dsp:nvSpPr>
      <dsp:spPr>
        <a:xfrm>
          <a:off x="0" y="3986271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73AD89-57D2-4FB9-BDC0-8F30BE478595}">
      <dsp:nvSpPr>
        <dsp:cNvPr id="0" name=""/>
        <dsp:cNvSpPr/>
      </dsp:nvSpPr>
      <dsp:spPr>
        <a:xfrm>
          <a:off x="0" y="3986271"/>
          <a:ext cx="8229600" cy="7967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600" kern="1200" dirty="0" smtClean="0"/>
            <a:t>Якщо модуль верхнього рівня постачає дані для нижнього, то коректність його роботи можна повністю оцінити лише після тестування нижнього рівня – відтермінування повного тестування.</a:t>
          </a:r>
          <a:endParaRPr lang="uk-UA" sz="1600" kern="1200" dirty="0"/>
        </a:p>
      </dsp:txBody>
      <dsp:txXfrm>
        <a:off x="0" y="3986271"/>
        <a:ext cx="8229600" cy="79678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372F41-46BD-4822-B655-CC2F22CF589B}">
      <dsp:nvSpPr>
        <dsp:cNvPr id="0" name=""/>
        <dsp:cNvSpPr/>
      </dsp:nvSpPr>
      <dsp:spPr>
        <a:xfrm>
          <a:off x="0" y="2209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F75668-EDB6-4BFA-99D0-9CD50A1E5A85}">
      <dsp:nvSpPr>
        <dsp:cNvPr id="0" name=""/>
        <dsp:cNvSpPr/>
      </dsp:nvSpPr>
      <dsp:spPr>
        <a:xfrm>
          <a:off x="0" y="2209"/>
          <a:ext cx="8229600" cy="1507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3000" kern="1200" dirty="0" smtClean="0"/>
            <a:t>Має переваги, якщо більша кількість помилок у модулях нижніх рівнів</a:t>
          </a:r>
          <a:endParaRPr lang="uk-UA" sz="3000" kern="1200" dirty="0"/>
        </a:p>
      </dsp:txBody>
      <dsp:txXfrm>
        <a:off x="0" y="2209"/>
        <a:ext cx="8229600" cy="1507181"/>
      </dsp:txXfrm>
    </dsp:sp>
    <dsp:sp modelId="{8D76DABB-3E29-496A-A659-8FFF1691FB98}">
      <dsp:nvSpPr>
        <dsp:cNvPr id="0" name=""/>
        <dsp:cNvSpPr/>
      </dsp:nvSpPr>
      <dsp:spPr>
        <a:xfrm>
          <a:off x="0" y="1509390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69DFA3-E2A7-401D-BF09-E506EAF0091A}">
      <dsp:nvSpPr>
        <dsp:cNvPr id="0" name=""/>
        <dsp:cNvSpPr/>
      </dsp:nvSpPr>
      <dsp:spPr>
        <a:xfrm>
          <a:off x="0" y="1509390"/>
          <a:ext cx="8229600" cy="1507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3000" kern="1200" dirty="0" smtClean="0"/>
            <a:t>Легше створювати тестові </a:t>
          </a:r>
          <a:r>
            <a:rPr lang="uk-UA" sz="3000" kern="1200" dirty="0" smtClean="0"/>
            <a:t>умови. Достатньо одного драйверу на противагу кільком заглушкам</a:t>
          </a:r>
          <a:endParaRPr lang="uk-UA" sz="3000" kern="1200" dirty="0"/>
        </a:p>
      </dsp:txBody>
      <dsp:txXfrm>
        <a:off x="0" y="1509390"/>
        <a:ext cx="8229600" cy="1507181"/>
      </dsp:txXfrm>
    </dsp:sp>
    <dsp:sp modelId="{072B6E8D-AB71-4E7E-8549-9C65A7099F89}">
      <dsp:nvSpPr>
        <dsp:cNvPr id="0" name=""/>
        <dsp:cNvSpPr/>
      </dsp:nvSpPr>
      <dsp:spPr>
        <a:xfrm>
          <a:off x="0" y="3016572"/>
          <a:ext cx="8229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0B47E2-81D7-455C-AFD7-3F366D0A2E8A}">
      <dsp:nvSpPr>
        <dsp:cNvPr id="0" name=""/>
        <dsp:cNvSpPr/>
      </dsp:nvSpPr>
      <dsp:spPr>
        <a:xfrm>
          <a:off x="0" y="3016572"/>
          <a:ext cx="8229600" cy="15071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lvl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3000" kern="1200" dirty="0" smtClean="0"/>
            <a:t>Простіше забезпечити спостереження за результатами тестування</a:t>
          </a:r>
          <a:endParaRPr lang="uk-UA" sz="3000" kern="1200" dirty="0"/>
        </a:p>
      </dsp:txBody>
      <dsp:txXfrm>
        <a:off x="0" y="3016572"/>
        <a:ext cx="8229600" cy="150718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92E7F2-9F94-4E27-9CA9-58748564DBDE}">
      <dsp:nvSpPr>
        <dsp:cNvPr id="0" name=""/>
        <dsp:cNvSpPr/>
      </dsp:nvSpPr>
      <dsp:spPr>
        <a:xfrm>
          <a:off x="1004" y="1087611"/>
          <a:ext cx="3917900" cy="235074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900" kern="1200" dirty="0" smtClean="0"/>
            <a:t>Потреба в розробці тестових драйверів</a:t>
          </a:r>
          <a:endParaRPr lang="uk-UA" sz="2900" kern="1200" dirty="0"/>
        </a:p>
      </dsp:txBody>
      <dsp:txXfrm>
        <a:off x="1004" y="1087611"/>
        <a:ext cx="3917900" cy="2350740"/>
      </dsp:txXfrm>
    </dsp:sp>
    <dsp:sp modelId="{037B6121-906C-4FD1-9F73-3B3DE8BBE144}">
      <dsp:nvSpPr>
        <dsp:cNvPr id="0" name=""/>
        <dsp:cNvSpPr/>
      </dsp:nvSpPr>
      <dsp:spPr>
        <a:xfrm>
          <a:off x="4310695" y="1087611"/>
          <a:ext cx="3917900" cy="235074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900" kern="1200" dirty="0" smtClean="0"/>
            <a:t>Програма не існує до тих пір, поки не додано останній модуль - неможливість демонстрації</a:t>
          </a:r>
          <a:endParaRPr lang="uk-UA" sz="2900" kern="1200" dirty="0"/>
        </a:p>
      </dsp:txBody>
      <dsp:txXfrm>
        <a:off x="4310695" y="1087611"/>
        <a:ext cx="3917900" cy="235074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0DA79B-6F08-442C-9107-731BEBCF4BA0}">
      <dsp:nvSpPr>
        <dsp:cNvPr id="0" name=""/>
        <dsp:cNvSpPr/>
      </dsp:nvSpPr>
      <dsp:spPr>
        <a:xfrm>
          <a:off x="0" y="249861"/>
          <a:ext cx="8229600" cy="95471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400" kern="1200" noProof="0" dirty="0" smtClean="0"/>
            <a:t>Модульне тестування – </a:t>
          </a:r>
          <a:r>
            <a:rPr lang="uk-UA" sz="2400" kern="1200" noProof="0" dirty="0" err="1" smtClean="0"/>
            <a:t>тестування</a:t>
          </a:r>
          <a:r>
            <a:rPr lang="uk-UA" sz="2400" kern="1200" noProof="0" dirty="0" smtClean="0"/>
            <a:t> окремих блоків – вимагає специфікацію</a:t>
          </a:r>
          <a:r>
            <a:rPr lang="ru-RU" sz="2400" kern="1200" dirty="0" smtClean="0"/>
            <a:t> та текст </a:t>
          </a:r>
          <a:r>
            <a:rPr lang="uk-UA" sz="2400" kern="1200" noProof="0" dirty="0" smtClean="0"/>
            <a:t>програми</a:t>
          </a:r>
          <a:endParaRPr lang="uk-UA" sz="2400" kern="1200" noProof="0" dirty="0"/>
        </a:p>
      </dsp:txBody>
      <dsp:txXfrm>
        <a:off x="46606" y="296467"/>
        <a:ext cx="8136388" cy="861507"/>
      </dsp:txXfrm>
    </dsp:sp>
    <dsp:sp modelId="{2D3E7B60-52B9-445F-8D73-4911197405C9}">
      <dsp:nvSpPr>
        <dsp:cNvPr id="0" name=""/>
        <dsp:cNvSpPr/>
      </dsp:nvSpPr>
      <dsp:spPr>
        <a:xfrm>
          <a:off x="0" y="1273701"/>
          <a:ext cx="8229600" cy="95471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400" kern="1200" dirty="0" smtClean="0"/>
            <a:t>Мета модульного тесту: знайти відмінності між характеристиками модуля та специфікацією його інтерфейсу</a:t>
          </a:r>
          <a:endParaRPr lang="uk-UA" sz="2400" kern="1200" dirty="0"/>
        </a:p>
      </dsp:txBody>
      <dsp:txXfrm>
        <a:off x="46606" y="1320307"/>
        <a:ext cx="8136388" cy="861507"/>
      </dsp:txXfrm>
    </dsp:sp>
    <dsp:sp modelId="{C7654FCD-69BC-4B1B-BBC4-61290B44B978}">
      <dsp:nvSpPr>
        <dsp:cNvPr id="0" name=""/>
        <dsp:cNvSpPr/>
      </dsp:nvSpPr>
      <dsp:spPr>
        <a:xfrm>
          <a:off x="0" y="2297541"/>
          <a:ext cx="8229600" cy="95471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400" kern="1200" dirty="0" smtClean="0"/>
            <a:t>Тестування модулів: </a:t>
          </a:r>
          <a:r>
            <a:rPr lang="uk-UA" sz="2400" kern="1200" dirty="0" err="1" smtClean="0"/>
            <a:t>інкерментне</a:t>
          </a:r>
          <a:r>
            <a:rPr lang="uk-UA" sz="2400" kern="1200" dirty="0" smtClean="0"/>
            <a:t> та </a:t>
          </a:r>
          <a:r>
            <a:rPr lang="uk-UA" sz="2400" kern="1200" dirty="0" err="1" smtClean="0"/>
            <a:t>неінкрементне</a:t>
          </a:r>
          <a:endParaRPr lang="uk-UA" sz="2400" kern="1200" dirty="0"/>
        </a:p>
      </dsp:txBody>
      <dsp:txXfrm>
        <a:off x="46606" y="2344147"/>
        <a:ext cx="8136388" cy="861507"/>
      </dsp:txXfrm>
    </dsp:sp>
    <dsp:sp modelId="{229587C6-B789-4FA8-999A-FE44DC77B5B3}">
      <dsp:nvSpPr>
        <dsp:cNvPr id="0" name=""/>
        <dsp:cNvSpPr/>
      </dsp:nvSpPr>
      <dsp:spPr>
        <a:xfrm>
          <a:off x="0" y="3321381"/>
          <a:ext cx="8229600" cy="95471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400" kern="1200" dirty="0" smtClean="0"/>
            <a:t>Стратегії тестування: низхідна та висхідна</a:t>
          </a:r>
          <a:endParaRPr lang="uk-UA" sz="2400" kern="1200" dirty="0"/>
        </a:p>
      </dsp:txBody>
      <dsp:txXfrm>
        <a:off x="46606" y="3367987"/>
        <a:ext cx="8136388" cy="8615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D29693-DECF-48FF-A0C1-E0CE7502FF2E}" type="datetimeFigureOut">
              <a:rPr lang="uk-UA" smtClean="0"/>
              <a:t>05.10.2023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88731A-6B4D-41B3-81F6-F31F43184D6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85611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uk-UA" smtClean="0"/>
              <a:t>Зразок підзаголовка</a:t>
            </a:r>
            <a:endParaRPr lang="uk-UA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999B2-F8FB-4D11-AF93-5BBA58F2D419}" type="datetime1">
              <a:rPr lang="uk-UA" smtClean="0"/>
              <a:t>05.10.2023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D9491-D6EC-4C68-844F-2CA4534D854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38835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об'є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uk-UA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9C294-018A-4F1C-AED4-E226D768A408}" type="datetime1">
              <a:rPr lang="uk-UA" smtClean="0"/>
              <a:t>05.10.2023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D9491-D6EC-4C68-844F-2CA4534D854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56202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 smtClean="0"/>
              <a:t>Зразок тексту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D51D7-9E8B-4B9F-9E78-80BA51992221}" type="datetime1">
              <a:rPr lang="uk-UA" smtClean="0"/>
              <a:t>05.10.2023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D9491-D6EC-4C68-844F-2CA4534D854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2163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'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вмісту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uk-UA"/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uk-UA"/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E3D4D-AD4D-419E-8F9C-5538D8CBF574}" type="datetime1">
              <a:rPr lang="uk-UA" smtClean="0"/>
              <a:t>05.10.2023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D9491-D6EC-4C68-844F-2CA4534D854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14211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 smtClean="0"/>
              <a:t>Зразок тексту</a:t>
            </a:r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uk-UA"/>
          </a:p>
        </p:txBody>
      </p:sp>
      <p:sp>
        <p:nvSpPr>
          <p:cNvPr id="5" name="Місце для тексту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 smtClean="0"/>
              <a:t>Зразок тексту</a:t>
            </a:r>
          </a:p>
        </p:txBody>
      </p:sp>
      <p:sp>
        <p:nvSpPr>
          <p:cNvPr id="6" name="Місце для вмісту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uk-UA"/>
          </a:p>
        </p:txBody>
      </p:sp>
      <p:sp>
        <p:nvSpPr>
          <p:cNvPr id="7" name="Місце для дати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54E8-7443-4E69-A7EB-ED27E1584DCC}" type="datetime1">
              <a:rPr lang="uk-UA" smtClean="0"/>
              <a:t>05.10.2023</a:t>
            </a:fld>
            <a:endParaRPr lang="uk-UA"/>
          </a:p>
        </p:txBody>
      </p:sp>
      <p:sp>
        <p:nvSpPr>
          <p:cNvPr id="8" name="Місце для нижнього колонтитула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D9491-D6EC-4C68-844F-2CA4534D854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27991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B34B4-5495-48F9-8E5C-C445B2FB7152}" type="datetime1">
              <a:rPr lang="uk-UA" smtClean="0"/>
              <a:t>05.10.2023</a:t>
            </a:fld>
            <a:endParaRPr lang="uk-UA"/>
          </a:p>
        </p:txBody>
      </p:sp>
      <p:sp>
        <p:nvSpPr>
          <p:cNvPr id="4" name="Місце для нижнього колонтитула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D9491-D6EC-4C68-844F-2CA4534D854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46315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20A6D-E8E2-45B6-8D85-58E853E454FC}" type="datetime1">
              <a:rPr lang="uk-UA" smtClean="0"/>
              <a:t>05.10.2023</a:t>
            </a:fld>
            <a:endParaRPr lang="uk-UA"/>
          </a:p>
        </p:txBody>
      </p:sp>
      <p:sp>
        <p:nvSpPr>
          <p:cNvPr id="3" name="Місце для нижнього колонтитула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D9491-D6EC-4C68-844F-2CA4534D854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12262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uk-UA"/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 smtClean="0"/>
              <a:t>Зразок тексту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4D59E-90C4-41FB-BC96-998B3DE9D0D9}" type="datetime1">
              <a:rPr lang="uk-UA" smtClean="0"/>
              <a:t>05.10.2023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D9491-D6EC-4C68-844F-2CA4534D854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36317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Зображенн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зображення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 smtClean="0"/>
              <a:t>Зразок тексту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6F99F-D9B0-4B80-90A1-170215E333BB}" type="datetime1">
              <a:rPr lang="uk-UA" smtClean="0"/>
              <a:t>05.10.2023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D9491-D6EC-4C68-844F-2CA4534D854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67111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uk-UA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B873C-FD68-4D5E-80D1-E008FDEC37B3}" type="datetime1">
              <a:rPr lang="uk-UA" smtClean="0"/>
              <a:t>05.10.2023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D9491-D6EC-4C68-844F-2CA4534D854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84893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uk-UA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48582-A38D-45AB-8F56-9B43E7C4DE1C}" type="datetime1">
              <a:rPr lang="uk-UA" smtClean="0"/>
              <a:t>05.10.2023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D9491-D6EC-4C68-844F-2CA4534D854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99749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uk-UA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1915BA-30D8-416D-9B75-006DBEC1F6C6}" type="datetime1">
              <a:rPr lang="uk-UA" smtClean="0"/>
              <a:t>05.10.2023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ED9491-D6EC-4C68-844F-2CA4534D854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78193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vl="0"/>
            <a:r>
              <a:rPr lang="uk-UA" dirty="0" smtClean="0"/>
              <a:t>Тестування багатомодульних програм</a:t>
            </a:r>
            <a:endParaRPr lang="uk-UA" dirty="0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467544" y="4437112"/>
            <a:ext cx="8280920" cy="1752600"/>
          </a:xfrm>
        </p:spPr>
        <p:txBody>
          <a:bodyPr>
            <a:normAutofit/>
          </a:bodyPr>
          <a:lstStyle/>
          <a:p>
            <a:pPr algn="r"/>
            <a:r>
              <a:rPr lang="uk-UA" sz="2400" dirty="0" smtClean="0"/>
              <a:t>Лекція 5 </a:t>
            </a:r>
          </a:p>
          <a:p>
            <a:pPr algn="r"/>
            <a:r>
              <a:rPr lang="uk-UA" sz="2400" dirty="0" smtClean="0"/>
              <a:t>з дисципліни «Якість ПЗ та тестування»</a:t>
            </a:r>
          </a:p>
          <a:p>
            <a:pPr algn="r"/>
            <a:r>
              <a:rPr lang="uk-UA" sz="2400" dirty="0" smtClean="0"/>
              <a:t>Викладач: Олена Сергіївна Куроп’ятник</a:t>
            </a:r>
            <a:endParaRPr lang="uk-UA" sz="2400" dirty="0"/>
          </a:p>
        </p:txBody>
      </p:sp>
      <p:pic>
        <p:nvPicPr>
          <p:cNvPr id="1026" name="Picture 2" descr="D:\Job\профорієнтація\121 кіт\Новый проект (1).png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-243408"/>
            <a:ext cx="2996952" cy="2996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1404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Модулі та їх властивості</a:t>
            </a:r>
            <a:endParaRPr lang="uk-UA" dirty="0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uk-UA" dirty="0" smtClean="0"/>
              <a:t>Модуль – програмна одиниця. В якості модулів можуть бути класи.</a:t>
            </a:r>
          </a:p>
          <a:p>
            <a:pPr marL="0" indent="0">
              <a:buNone/>
            </a:pPr>
            <a:r>
              <a:rPr lang="uk-UA" dirty="0" smtClean="0"/>
              <a:t>Властивості:</a:t>
            </a:r>
          </a:p>
          <a:p>
            <a:pPr lvl="1"/>
            <a:r>
              <a:rPr lang="uk-UA" dirty="0" err="1" smtClean="0"/>
              <a:t>блочність</a:t>
            </a:r>
            <a:r>
              <a:rPr lang="uk-UA" dirty="0" smtClean="0"/>
              <a:t> (можна використовувати, як «цеглинку</a:t>
            </a:r>
            <a:r>
              <a:rPr lang="uk-UA" dirty="0"/>
              <a:t>» - незалежність від місця використання);</a:t>
            </a:r>
            <a:endParaRPr lang="uk-UA" dirty="0" smtClean="0"/>
          </a:p>
          <a:p>
            <a:pPr lvl="1"/>
            <a:r>
              <a:rPr lang="uk-UA" dirty="0" smtClean="0"/>
              <a:t>синтаксична відокремленість (є чіткий початок та кінець);</a:t>
            </a:r>
          </a:p>
          <a:p>
            <a:pPr lvl="1"/>
            <a:r>
              <a:rPr lang="uk-UA" dirty="0" smtClean="0"/>
              <a:t>семантична незалежність;</a:t>
            </a:r>
          </a:p>
          <a:p>
            <a:pPr lvl="1"/>
            <a:r>
              <a:rPr lang="uk-UA" dirty="0" smtClean="0"/>
              <a:t>спільність даних (утворення капсули); </a:t>
            </a:r>
          </a:p>
          <a:p>
            <a:pPr lvl="1"/>
            <a:r>
              <a:rPr lang="uk-UA" dirty="0" smtClean="0"/>
              <a:t>повнота понять.</a:t>
            </a:r>
            <a:endParaRPr lang="uk-UA" dirty="0" smtClean="0"/>
          </a:p>
          <a:p>
            <a:pPr marL="0" indent="0">
              <a:buNone/>
            </a:pPr>
            <a:endParaRPr lang="uk-UA" dirty="0"/>
          </a:p>
        </p:txBody>
      </p:sp>
      <p:sp>
        <p:nvSpPr>
          <p:cNvPr id="5" name="Місце для номер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F593F-0D5B-4CF0-BEE2-6583C73E7271}" type="slidenum">
              <a:rPr lang="uk-UA" smtClean="0"/>
              <a:t>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53941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Модульне тестування</a:t>
            </a:r>
            <a:endParaRPr lang="uk-UA" dirty="0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uk-UA" sz="2800" dirty="0"/>
              <a:t>Модульне тестування – процес тестування окремих блоків, підпрограм, класів або процедур, що утворюють велику програму.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uk-UA" dirty="0"/>
              <a:t>Метою є порівняння функцій, які реалізуються модулем, зі специфікаціями, що описують його функціональні або </a:t>
            </a:r>
            <a:r>
              <a:rPr lang="uk-UA" dirty="0" err="1"/>
              <a:t>інтерфейсні</a:t>
            </a:r>
            <a:r>
              <a:rPr lang="uk-UA" dirty="0"/>
              <a:t> </a:t>
            </a:r>
            <a:r>
              <a:rPr lang="uk-UA" dirty="0" smtClean="0"/>
              <a:t>характеристики.</a:t>
            </a:r>
          </a:p>
          <a:p>
            <a:r>
              <a:rPr lang="uk-UA" sz="2800" dirty="0"/>
              <a:t>Модульне тестування сприяє:</a:t>
            </a:r>
          </a:p>
          <a:p>
            <a:pPr lvl="1"/>
            <a:r>
              <a:rPr lang="uk-UA" dirty="0" smtClean="0"/>
              <a:t>підвищенню ефективності тестування, оскільки увага зосереджена на меншій частині;</a:t>
            </a:r>
          </a:p>
          <a:p>
            <a:pPr lvl="1"/>
            <a:r>
              <a:rPr lang="uk-UA" dirty="0" smtClean="0"/>
              <a:t>полегшенню налагодження програм;</a:t>
            </a:r>
          </a:p>
          <a:p>
            <a:pPr lvl="1"/>
            <a:r>
              <a:rPr lang="uk-UA" dirty="0" smtClean="0"/>
              <a:t>паралельності процесів тестування.</a:t>
            </a: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F593F-0D5B-4CF0-BEE2-6583C73E7271}" type="slidenum">
              <a:rPr lang="uk-UA" smtClean="0"/>
              <a:t>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65497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 smtClean="0"/>
              <a:t>Тестування багатомодульних програм</a:t>
            </a:r>
            <a:endParaRPr lang="uk-UA" dirty="0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uk-UA" dirty="0" smtClean="0"/>
              <a:t>Етапи тестування:</a:t>
            </a:r>
          </a:p>
          <a:p>
            <a:pPr marL="0" indent="0">
              <a:buNone/>
            </a:pPr>
            <a:r>
              <a:rPr lang="uk-UA" dirty="0"/>
              <a:t>1) тестування окремих модулів</a:t>
            </a:r>
            <a:r>
              <a:rPr lang="uk-UA" dirty="0" smtClean="0"/>
              <a:t>;*</a:t>
            </a:r>
            <a:endParaRPr lang="uk-UA" dirty="0"/>
          </a:p>
          <a:p>
            <a:pPr marL="0" indent="0">
              <a:buNone/>
            </a:pPr>
            <a:r>
              <a:rPr lang="uk-UA" dirty="0"/>
              <a:t>2) спільне тестування модулів</a:t>
            </a:r>
            <a:r>
              <a:rPr lang="uk-UA" dirty="0" smtClean="0"/>
              <a:t>;*</a:t>
            </a:r>
            <a:endParaRPr lang="uk-UA" dirty="0"/>
          </a:p>
          <a:p>
            <a:pPr marL="0" indent="0">
              <a:buNone/>
            </a:pPr>
            <a:r>
              <a:rPr lang="uk-UA" dirty="0"/>
              <a:t>3) тестування специфікації </a:t>
            </a:r>
            <a:r>
              <a:rPr lang="uk-UA" dirty="0" smtClean="0"/>
              <a:t>програми;</a:t>
            </a:r>
            <a:endParaRPr lang="uk-UA" dirty="0"/>
          </a:p>
          <a:p>
            <a:pPr marL="0" indent="0">
              <a:buNone/>
            </a:pPr>
            <a:r>
              <a:rPr lang="uk-UA" dirty="0"/>
              <a:t>4) тестування всього комплексу загалом </a:t>
            </a:r>
            <a:r>
              <a:rPr lang="uk-UA" dirty="0" smtClean="0"/>
              <a:t>(пошук </a:t>
            </a:r>
            <a:r>
              <a:rPr lang="uk-UA" dirty="0"/>
              <a:t>невідповідності створеного програмного продукту, сформульованим раніше цілям проектування, відображеним у технічному завданні</a:t>
            </a:r>
            <a:r>
              <a:rPr lang="uk-UA" dirty="0" smtClean="0"/>
              <a:t>).</a:t>
            </a:r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r>
              <a:rPr lang="uk-UA" dirty="0" smtClean="0"/>
              <a:t>*засобами структурного тестування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D9491-D6EC-4C68-844F-2CA4534D854D}" type="slidenum">
              <a:rPr lang="uk-UA" smtClean="0"/>
              <a:t>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42657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Тестування модулів</a:t>
            </a:r>
            <a:endParaRPr lang="uk-UA" dirty="0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dirty="0" err="1" smtClean="0"/>
              <a:t>Неінкрементне</a:t>
            </a:r>
            <a:r>
              <a:rPr lang="uk-UA" dirty="0" smtClean="0"/>
              <a:t> (монолітне): </a:t>
            </a:r>
            <a:r>
              <a:rPr lang="uk-UA" dirty="0" smtClean="0"/>
              <a:t>незалежне тестування всіх модулів окремо, а потім їх об’єднання та тестування разом</a:t>
            </a:r>
          </a:p>
          <a:p>
            <a:r>
              <a:rPr lang="uk-UA" dirty="0" err="1" smtClean="0"/>
              <a:t>Інкременте</a:t>
            </a:r>
            <a:r>
              <a:rPr lang="uk-UA" dirty="0" smtClean="0"/>
              <a:t> (покрокове): </a:t>
            </a:r>
            <a:r>
              <a:rPr lang="uk-UA" dirty="0" smtClean="0"/>
              <a:t>приєднання чергового модуля до блоку вже протестованих модулів і подальше тестування результуючої зборки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F593F-0D5B-4CF0-BEE2-6583C73E7271}" type="slidenum">
              <a:rPr lang="uk-UA" smtClean="0"/>
              <a:t>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65559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 smtClean="0"/>
              <a:t>Приклад об’єднання модулів </a:t>
            </a:r>
            <a:br>
              <a:rPr lang="uk-UA" dirty="0" smtClean="0"/>
            </a:br>
            <a:r>
              <a:rPr lang="uk-UA" dirty="0" smtClean="0"/>
              <a:t>при тестуванні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F593F-0D5B-4CF0-BEE2-6583C73E7271}" type="slidenum">
              <a:rPr lang="uk-UA" smtClean="0"/>
              <a:t>6</a:t>
            </a:fld>
            <a:endParaRPr lang="uk-UA"/>
          </a:p>
        </p:txBody>
      </p:sp>
      <p:sp>
        <p:nvSpPr>
          <p:cNvPr id="5" name="TextBox 4"/>
          <p:cNvSpPr txBox="1"/>
          <p:nvPr/>
        </p:nvSpPr>
        <p:spPr>
          <a:xfrm>
            <a:off x="5364087" y="1739701"/>
            <a:ext cx="3114955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dirty="0" err="1" smtClean="0"/>
              <a:t>Неінкрементне</a:t>
            </a:r>
            <a:r>
              <a:rPr lang="ru-RU" dirty="0" smtClean="0"/>
              <a:t>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ru-RU" dirty="0" err="1" smtClean="0"/>
              <a:t>драйвери</a:t>
            </a:r>
            <a:r>
              <a:rPr lang="ru-RU" dirty="0" smtClean="0"/>
              <a:t> для </a:t>
            </a:r>
            <a:r>
              <a:rPr lang="en-US" dirty="0" smtClean="0"/>
              <a:t>E, F, B, C, D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uk-UA" dirty="0" smtClean="0"/>
              <a:t>заглушки для </a:t>
            </a:r>
            <a:r>
              <a:rPr lang="en-US" dirty="0" smtClean="0"/>
              <a:t>A, B, D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A + B + C + D + E + F</a:t>
            </a:r>
            <a:endParaRPr lang="uk-UA" dirty="0"/>
          </a:p>
        </p:txBody>
      </p:sp>
      <p:sp>
        <p:nvSpPr>
          <p:cNvPr id="6" name="TextBox 5"/>
          <p:cNvSpPr txBox="1"/>
          <p:nvPr/>
        </p:nvSpPr>
        <p:spPr>
          <a:xfrm>
            <a:off x="5364088" y="3212976"/>
            <a:ext cx="3114955" cy="12003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uk-UA" dirty="0" err="1" smtClean="0"/>
              <a:t>Інкрементне</a:t>
            </a:r>
            <a:r>
              <a:rPr lang="uk-UA" dirty="0" smtClean="0"/>
              <a:t> (знизу вгору):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E, C, F </a:t>
            </a:r>
            <a:r>
              <a:rPr lang="ru-RU" dirty="0" smtClean="0"/>
              <a:t>– для них </a:t>
            </a:r>
            <a:r>
              <a:rPr lang="ru-RU" dirty="0" err="1" smtClean="0"/>
              <a:t>драйвери</a:t>
            </a:r>
            <a:endParaRPr lang="ru-RU" dirty="0" smtClean="0"/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BE, DF – </a:t>
            </a:r>
            <a:r>
              <a:rPr lang="ru-RU" dirty="0" smtClean="0"/>
              <a:t>для них </a:t>
            </a:r>
            <a:r>
              <a:rPr lang="ru-RU" dirty="0" err="1" smtClean="0"/>
              <a:t>драйвери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A + BE + C + DF</a:t>
            </a:r>
            <a:endParaRPr lang="uk-UA" dirty="0"/>
          </a:p>
        </p:txBody>
      </p:sp>
      <p:sp>
        <p:nvSpPr>
          <p:cNvPr id="7" name="TextBox 6"/>
          <p:cNvSpPr txBox="1"/>
          <p:nvPr/>
        </p:nvSpPr>
        <p:spPr>
          <a:xfrm>
            <a:off x="395536" y="5085184"/>
            <a:ext cx="75312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Driver module </a:t>
            </a:r>
            <a:r>
              <a:rPr lang="ru-RU" dirty="0" smtClean="0"/>
              <a:t>– </a:t>
            </a:r>
            <a:r>
              <a:rPr lang="ru-RU" dirty="0" err="1" smtClean="0"/>
              <a:t>дра</a:t>
            </a:r>
            <a:r>
              <a:rPr lang="uk-UA" dirty="0" err="1" smtClean="0"/>
              <a:t>йвер</a:t>
            </a:r>
            <a:r>
              <a:rPr lang="uk-UA" dirty="0" smtClean="0"/>
              <a:t> – модуль верхнього рівня для подачі даних</a:t>
            </a:r>
          </a:p>
          <a:p>
            <a:r>
              <a:rPr lang="en-US" dirty="0" smtClean="0"/>
              <a:t>Stub module –</a:t>
            </a:r>
            <a:r>
              <a:rPr lang="ru-RU" dirty="0" smtClean="0"/>
              <a:t> </a:t>
            </a:r>
            <a:r>
              <a:rPr lang="uk-UA" dirty="0" smtClean="0"/>
              <a:t>заглушка – модуль, що імітує роботу модуля нижнього рівня</a:t>
            </a:r>
            <a:endParaRPr lang="uk-UA" dirty="0"/>
          </a:p>
        </p:txBody>
      </p:sp>
      <p:pic>
        <p:nvPicPr>
          <p:cNvPr id="1027" name="Picture 3" descr="D:\Job\дисциплины\Інженерія ПЗ 4 курс\lections\12\schema of module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772816"/>
            <a:ext cx="4200525" cy="2486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3771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 err="1"/>
              <a:t>І</a:t>
            </a:r>
            <a:r>
              <a:rPr lang="uk-UA" dirty="0" err="1" smtClean="0"/>
              <a:t>нкрементне</a:t>
            </a:r>
            <a:r>
              <a:rPr lang="uk-UA" dirty="0" smtClean="0"/>
              <a:t> </a:t>
            </a:r>
            <a:r>
              <a:rPr lang="en-US" dirty="0" err="1" smtClean="0"/>
              <a:t>vs</a:t>
            </a:r>
            <a:r>
              <a:rPr lang="uk-UA" dirty="0"/>
              <a:t/>
            </a:r>
            <a:br>
              <a:rPr lang="uk-UA" dirty="0"/>
            </a:br>
            <a:r>
              <a:rPr lang="uk-UA" dirty="0" err="1" smtClean="0"/>
              <a:t>неінкрементне</a:t>
            </a:r>
            <a:r>
              <a:rPr lang="uk-UA" dirty="0" smtClean="0"/>
              <a:t> тестування</a:t>
            </a:r>
            <a:endParaRPr lang="uk-UA" dirty="0"/>
          </a:p>
        </p:txBody>
      </p:sp>
      <p:graphicFrame>
        <p:nvGraphicFramePr>
          <p:cNvPr id="5" name="Місце для вмісту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8881660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F593F-0D5B-4CF0-BEE2-6583C73E7271}" type="slidenum">
              <a:rPr lang="uk-UA" smtClean="0"/>
              <a:t>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66965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Стратегія низхідного тестування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F593F-0D5B-4CF0-BEE2-6583C73E7271}" type="slidenum">
              <a:rPr lang="uk-UA" smtClean="0"/>
              <a:t>8</a:t>
            </a:fld>
            <a:endParaRPr lang="uk-UA"/>
          </a:p>
        </p:txBody>
      </p:sp>
      <p:pic>
        <p:nvPicPr>
          <p:cNvPr id="1026" name="Picture 2" descr="D:\Job\дисциплины\Інженерія ПЗ 4 курс\lections\12\schema of modules - 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484784"/>
            <a:ext cx="6696744" cy="3551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220072" y="4856910"/>
            <a:ext cx="3757760" cy="14773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uk-UA" dirty="0" smtClean="0"/>
              <a:t>Можлива послідовність тестування: </a:t>
            </a:r>
          </a:p>
          <a:p>
            <a:r>
              <a:rPr lang="uk-UA" dirty="0" smtClean="0"/>
              <a:t>А + заглушки </a:t>
            </a:r>
            <a:r>
              <a:rPr lang="en-US" dirty="0" smtClean="0"/>
              <a:t>B, C, D</a:t>
            </a:r>
          </a:p>
          <a:p>
            <a:r>
              <a:rPr lang="en-US" dirty="0" smtClean="0"/>
              <a:t>AB + </a:t>
            </a:r>
            <a:r>
              <a:rPr lang="uk-UA" dirty="0"/>
              <a:t>заглушки </a:t>
            </a:r>
            <a:r>
              <a:rPr lang="en-US" dirty="0" smtClean="0"/>
              <a:t>E, F ,C, D</a:t>
            </a:r>
            <a:br>
              <a:rPr lang="en-US" dirty="0" smtClean="0"/>
            </a:br>
            <a:r>
              <a:rPr lang="en-US" dirty="0" smtClean="0"/>
              <a:t>ABE + </a:t>
            </a:r>
            <a:r>
              <a:rPr lang="uk-UA" dirty="0"/>
              <a:t>заглушки </a:t>
            </a:r>
            <a:r>
              <a:rPr lang="en-US" dirty="0" smtClean="0"/>
              <a:t>F </a:t>
            </a:r>
            <a:r>
              <a:rPr lang="en-US" dirty="0"/>
              <a:t>,C, </a:t>
            </a:r>
            <a:r>
              <a:rPr lang="en-US" dirty="0" smtClean="0"/>
              <a:t>D …</a:t>
            </a:r>
            <a:r>
              <a:rPr lang="en-US" dirty="0"/>
              <a:t/>
            </a:r>
            <a:br>
              <a:rPr lang="en-US" dirty="0"/>
            </a:br>
            <a:endParaRPr lang="uk-UA" dirty="0"/>
          </a:p>
        </p:txBody>
      </p:sp>
      <p:sp>
        <p:nvSpPr>
          <p:cNvPr id="6" name="TextBox 5"/>
          <p:cNvSpPr txBox="1"/>
          <p:nvPr/>
        </p:nvSpPr>
        <p:spPr>
          <a:xfrm>
            <a:off x="360030" y="5154497"/>
            <a:ext cx="465954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 smtClean="0"/>
              <a:t>Можливі шляхи приєднання модулів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uk-UA" dirty="0" smtClean="0"/>
              <a:t>обхід в ширину: </a:t>
            </a:r>
            <a:r>
              <a:rPr lang="en-US" dirty="0" smtClean="0"/>
              <a:t>A, B, C, D, E, F, G, H, I, J, K ,L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ru-RU" dirty="0" err="1" smtClean="0"/>
              <a:t>обх</a:t>
            </a:r>
            <a:r>
              <a:rPr lang="uk-UA" dirty="0" err="1" smtClean="0"/>
              <a:t>ід</a:t>
            </a:r>
            <a:r>
              <a:rPr lang="uk-UA" dirty="0" smtClean="0"/>
              <a:t> в глибину: </a:t>
            </a:r>
            <a:r>
              <a:rPr lang="en-US" dirty="0" smtClean="0"/>
              <a:t>A, B, E, F, J, C, G, K, D, H, L, I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uk-UA" dirty="0" smtClean="0"/>
              <a:t>в довільному порядку згори вниз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278466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Розробка заглушок</a:t>
            </a:r>
            <a:endParaRPr lang="uk-UA" dirty="0"/>
          </a:p>
        </p:txBody>
      </p:sp>
      <p:graphicFrame>
        <p:nvGraphicFramePr>
          <p:cNvPr id="5" name="Місце для вмісту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9744542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F593F-0D5B-4CF0-BEE2-6583C73E7271}" type="slidenum">
              <a:rPr lang="uk-UA" smtClean="0"/>
              <a:t>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19545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 smtClean="0"/>
              <a:t>Першочергове додавання модулів</a:t>
            </a:r>
            <a:endParaRPr lang="uk-UA" dirty="0"/>
          </a:p>
        </p:txBody>
      </p:sp>
      <p:graphicFrame>
        <p:nvGraphicFramePr>
          <p:cNvPr id="5" name="Місце для вмісту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4530843"/>
              </p:ext>
            </p:extLst>
          </p:nvPr>
        </p:nvGraphicFramePr>
        <p:xfrm>
          <a:off x="610920" y="620688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F593F-0D5B-4CF0-BEE2-6583C73E7271}" type="slidenum">
              <a:rPr lang="uk-UA" smtClean="0"/>
              <a:t>10</a:t>
            </a:fld>
            <a:endParaRPr lang="uk-UA"/>
          </a:p>
        </p:txBody>
      </p:sp>
      <p:sp>
        <p:nvSpPr>
          <p:cNvPr id="6" name="TextBox 5"/>
          <p:cNvSpPr txBox="1"/>
          <p:nvPr/>
        </p:nvSpPr>
        <p:spPr>
          <a:xfrm>
            <a:off x="611560" y="4605228"/>
            <a:ext cx="72280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 smtClean="0"/>
              <a:t>Побудова каркасної версії дає можливість: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uk-UA" dirty="0" smtClean="0"/>
              <a:t>виявити помилки та проблеми, що обумовлені людським фактором;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uk-UA" dirty="0" smtClean="0"/>
              <a:t>продемонструвати програму кінцевому користувачеві.</a:t>
            </a:r>
          </a:p>
          <a:p>
            <a:pPr marL="285750" indent="-285750">
              <a:buFont typeface="Arial" pitchFamily="34" charset="0"/>
              <a:buChar char="•"/>
            </a:pP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483237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Переваги низхідного тестування</a:t>
            </a:r>
            <a:endParaRPr lang="uk-UA" dirty="0"/>
          </a:p>
        </p:txBody>
      </p:sp>
      <p:graphicFrame>
        <p:nvGraphicFramePr>
          <p:cNvPr id="5" name="Місце для вмісту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9798334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F593F-0D5B-4CF0-BEE2-6583C73E7271}" type="slidenum">
              <a:rPr lang="uk-UA" smtClean="0"/>
              <a:t>11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05187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Недоліки низхідного тестування</a:t>
            </a:r>
            <a:endParaRPr lang="uk-UA" dirty="0"/>
          </a:p>
        </p:txBody>
      </p:sp>
      <p:graphicFrame>
        <p:nvGraphicFramePr>
          <p:cNvPr id="5" name="Місце для вмісту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0429713"/>
              </p:ext>
            </p:extLst>
          </p:nvPr>
        </p:nvGraphicFramePr>
        <p:xfrm>
          <a:off x="457200" y="1340768"/>
          <a:ext cx="8229600" cy="47853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F593F-0D5B-4CF0-BEE2-6583C73E7271}" type="slidenum">
              <a:rPr lang="uk-UA" smtClean="0"/>
              <a:t>12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37430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14124" y="0"/>
            <a:ext cx="8229600" cy="1143000"/>
          </a:xfrm>
        </p:spPr>
        <p:txBody>
          <a:bodyPr/>
          <a:lstStyle/>
          <a:p>
            <a:r>
              <a:rPr lang="uk-UA" dirty="0" smtClean="0"/>
              <a:t>Стратегія висхідного тестування</a:t>
            </a:r>
            <a:endParaRPr lang="uk-UA" dirty="0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473335" y="1052736"/>
            <a:ext cx="8229600" cy="1252736"/>
          </a:xfrm>
        </p:spPr>
        <p:txBody>
          <a:bodyPr>
            <a:normAutofit fontScale="70000" lnSpcReduction="20000"/>
          </a:bodyPr>
          <a:lstStyle/>
          <a:p>
            <a:r>
              <a:rPr lang="uk-UA" dirty="0" smtClean="0"/>
              <a:t>Тестування починається з термінальних модулів – тих, які не викликають інші.</a:t>
            </a:r>
          </a:p>
          <a:p>
            <a:r>
              <a:rPr lang="uk-UA" dirty="0" smtClean="0"/>
              <a:t>Наступними для тестування є ті, для яких вже протестовані підлеглі модулі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F593F-0D5B-4CF0-BEE2-6583C73E7271}" type="slidenum">
              <a:rPr lang="uk-UA" smtClean="0"/>
              <a:t>13</a:t>
            </a:fld>
            <a:endParaRPr lang="uk-UA"/>
          </a:p>
        </p:txBody>
      </p:sp>
      <p:pic>
        <p:nvPicPr>
          <p:cNvPr id="5" name="Picture 2" descr="D:\Job\дисциплины\Інженерія ПЗ 4 курс\lections\12\schema of modules - 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852936"/>
            <a:ext cx="6425180" cy="3407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796136" y="2348880"/>
            <a:ext cx="2973571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uk-UA" dirty="0"/>
              <a:t>П</a:t>
            </a:r>
            <a:r>
              <a:rPr lang="uk-UA" dirty="0" smtClean="0"/>
              <a:t>ослідовність тестування: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I, J, K, L, I + </a:t>
            </a:r>
            <a:r>
              <a:rPr lang="ru-RU" dirty="0" err="1" smtClean="0"/>
              <a:t>драйвери</a:t>
            </a:r>
            <a:endParaRPr lang="ru-RU" dirty="0"/>
          </a:p>
          <a:p>
            <a:pPr marL="342900" indent="-342900">
              <a:buFont typeface="+mj-lt"/>
              <a:buAutoNum type="arabicPeriod"/>
            </a:pPr>
            <a:r>
              <a:rPr lang="ru-RU" dirty="0" err="1" smtClean="0"/>
              <a:t>критичні</a:t>
            </a:r>
            <a:r>
              <a:rPr lang="ru-RU" dirty="0" smtClean="0"/>
              <a:t> </a:t>
            </a:r>
            <a:r>
              <a:rPr lang="ru-RU" dirty="0" err="1" smtClean="0"/>
              <a:t>модулі</a:t>
            </a:r>
            <a:endParaRPr lang="ru-RU" dirty="0" smtClean="0"/>
          </a:p>
          <a:p>
            <a:pPr marL="342900" indent="-342900">
              <a:buFont typeface="+mj-lt"/>
              <a:buAutoNum type="arabicPeriod"/>
            </a:pPr>
            <a:r>
              <a:rPr lang="ru-RU" dirty="0" err="1" smtClean="0"/>
              <a:t>інші</a:t>
            </a:r>
            <a:r>
              <a:rPr lang="ru-RU" dirty="0" smtClean="0"/>
              <a:t> </a:t>
            </a:r>
            <a:r>
              <a:rPr lang="ru-RU" dirty="0" err="1" smtClean="0"/>
              <a:t>модулі</a:t>
            </a:r>
            <a:r>
              <a:rPr lang="ru-RU" dirty="0" smtClean="0"/>
              <a:t> (</a:t>
            </a:r>
            <a:r>
              <a:rPr lang="ru-RU" dirty="0" err="1" smtClean="0"/>
              <a:t>знизу</a:t>
            </a:r>
            <a:r>
              <a:rPr lang="ru-RU" dirty="0" smtClean="0"/>
              <a:t> </a:t>
            </a:r>
            <a:r>
              <a:rPr lang="ru-RU" dirty="0" err="1" smtClean="0"/>
              <a:t>вгору</a:t>
            </a:r>
            <a:r>
              <a:rPr lang="ru-RU" dirty="0" smtClean="0"/>
              <a:t>)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442819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Переваги висхідного тестування</a:t>
            </a:r>
            <a:endParaRPr lang="uk-UA" dirty="0"/>
          </a:p>
        </p:txBody>
      </p:sp>
      <p:graphicFrame>
        <p:nvGraphicFramePr>
          <p:cNvPr id="5" name="Місце для вмісту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2389110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F593F-0D5B-4CF0-BEE2-6583C73E7271}" type="slidenum">
              <a:rPr lang="uk-UA" smtClean="0"/>
              <a:t>14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56529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Недоліки висхідного тестування</a:t>
            </a:r>
            <a:endParaRPr lang="uk-UA" dirty="0"/>
          </a:p>
        </p:txBody>
      </p:sp>
      <p:graphicFrame>
        <p:nvGraphicFramePr>
          <p:cNvPr id="5" name="Місце для вмісту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8479728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F593F-0D5B-4CF0-BEE2-6583C73E7271}" type="slidenum">
              <a:rPr lang="uk-UA" smtClean="0"/>
              <a:t>15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48733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Резюме</a:t>
            </a:r>
            <a:endParaRPr lang="uk-UA" dirty="0"/>
          </a:p>
        </p:txBody>
      </p:sp>
      <p:graphicFrame>
        <p:nvGraphicFramePr>
          <p:cNvPr id="5" name="Місце для вмісту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9218963"/>
              </p:ext>
            </p:extLst>
          </p:nvPr>
        </p:nvGraphicFramePr>
        <p:xfrm>
          <a:off x="467544" y="1412776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F593F-0D5B-4CF0-BEE2-6583C73E7271}" type="slidenum">
              <a:rPr lang="uk-UA" smtClean="0"/>
              <a:t>16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35879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 smtClean="0"/>
              <a:t>Дякую за увагу!</a:t>
            </a:r>
            <a:endParaRPr lang="uk-UA" dirty="0"/>
          </a:p>
        </p:txBody>
      </p:sp>
      <p:sp>
        <p:nvSpPr>
          <p:cNvPr id="6" name="Підзаголовок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D9491-D6EC-4C68-844F-2CA4534D854D}" type="slidenum">
              <a:rPr lang="uk-UA" smtClean="0"/>
              <a:t>17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98353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981</TotalTime>
  <Words>833</Words>
  <Application>Microsoft Office PowerPoint</Application>
  <PresentationFormat>Екран (4:3)</PresentationFormat>
  <Paragraphs>117</Paragraphs>
  <Slides>17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17</vt:i4>
      </vt:variant>
    </vt:vector>
  </HeadingPairs>
  <TitlesOfParts>
    <vt:vector size="18" baseType="lpstr">
      <vt:lpstr>Тема Office</vt:lpstr>
      <vt:lpstr>Тестування багатомодульних програм</vt:lpstr>
      <vt:lpstr>Модулі та їх властивості</vt:lpstr>
      <vt:lpstr>Модульне тестування</vt:lpstr>
      <vt:lpstr>Тестування багатомодульних програм</vt:lpstr>
      <vt:lpstr>Тестування модулів</vt:lpstr>
      <vt:lpstr>Приклад об’єднання модулів  при тестуванні</vt:lpstr>
      <vt:lpstr>Інкрементне vs неінкрементне тестування</vt:lpstr>
      <vt:lpstr>Стратегія низхідного тестування</vt:lpstr>
      <vt:lpstr>Розробка заглушок</vt:lpstr>
      <vt:lpstr>Першочергове додавання модулів</vt:lpstr>
      <vt:lpstr>Переваги низхідного тестування</vt:lpstr>
      <vt:lpstr>Недоліки низхідного тестування</vt:lpstr>
      <vt:lpstr>Стратегія висхідного тестування</vt:lpstr>
      <vt:lpstr>Переваги висхідного тестування</vt:lpstr>
      <vt:lpstr>Недоліки висхідного тестування</vt:lpstr>
      <vt:lpstr>Резюме</vt:lpstr>
      <vt:lpstr>Дякую за увагу!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Загальні концепції тестування програмного забезпечення</dc:title>
  <dc:creator>Olena</dc:creator>
  <cp:lastModifiedBy>Olena</cp:lastModifiedBy>
  <cp:revision>71</cp:revision>
  <dcterms:created xsi:type="dcterms:W3CDTF">2023-09-07T16:54:39Z</dcterms:created>
  <dcterms:modified xsi:type="dcterms:W3CDTF">2023-10-05T19:41:46Z</dcterms:modified>
</cp:coreProperties>
</file>